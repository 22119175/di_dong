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76" r:id="rId2"/>
    <p:sldId id="290" r:id="rId3"/>
    <p:sldId id="282" r:id="rId4"/>
    <p:sldId id="291" r:id="rId5"/>
    <p:sldId id="292" r:id="rId6"/>
    <p:sldId id="293" r:id="rId7"/>
    <p:sldId id="295" r:id="rId8"/>
    <p:sldId id="296" r:id="rId9"/>
    <p:sldId id="298" r:id="rId10"/>
    <p:sldId id="299" r:id="rId11"/>
    <p:sldId id="297" r:id="rId12"/>
    <p:sldId id="300" r:id="rId13"/>
    <p:sldId id="275" r:id="rId1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00"/>
    <a:srgbClr val="969696"/>
    <a:srgbClr val="FAA9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8" autoAdjust="0"/>
    <p:restoredTop sz="95657" autoAdjust="0"/>
  </p:normalViewPr>
  <p:slideViewPr>
    <p:cSldViewPr>
      <p:cViewPr varScale="1">
        <p:scale>
          <a:sx n="63" d="100"/>
          <a:sy n="63" d="100"/>
        </p:scale>
        <p:origin x="872" y="64"/>
      </p:cViewPr>
      <p:guideLst>
        <p:guide orient="horz" pos="2160"/>
        <p:guide pos="3840"/>
      </p:guideLst>
    </p:cSldViewPr>
  </p:slideViewPr>
  <p:notesTextViewPr>
    <p:cViewPr>
      <p:scale>
        <a:sx n="125" d="100"/>
        <a:sy n="125"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ynh Hoang Ha" userId="ca0d5095-47d2-44ed-b250-c6375ee28ea5" providerId="ADAL" clId="{8488B2F8-FC28-4DB8-A6A9-B01177A510D4}"/>
  </pc:docChgLst>
  <pc:docChgLst>
    <pc:chgData name="Huynh Hoang Ha" userId="ca0d5095-47d2-44ed-b250-c6375ee28ea5" providerId="ADAL" clId="{4F5267D8-EBDC-4758-A8A5-A23E899DBA03}"/>
  </pc:docChgLst>
  <pc:docChgLst>
    <pc:chgData name="Huynh Hoang Ha" userId="ca0d5095-47d2-44ed-b250-c6375ee28ea5" providerId="ADAL" clId="{1F895F22-4A60-4382-9616-6133D1A0A112}"/>
  </pc:docChgLst>
  <pc:docChgLst>
    <pc:chgData name="Huynh Hoang Ha" userId="ca0d5095-47d2-44ed-b250-c6375ee28ea5" providerId="ADAL" clId="{6B68170C-7CBE-41B7-9D7B-6642C801AF84}"/>
    <pc:docChg chg="custSel addSld delSld modSld">
      <pc:chgData name="Huynh Hoang Ha" userId="ca0d5095-47d2-44ed-b250-c6375ee28ea5" providerId="ADAL" clId="{6B68170C-7CBE-41B7-9D7B-6642C801AF84}" dt="2026-08-17T06:47:15.348" v="620" actId="1076"/>
      <pc:docMkLst>
        <pc:docMk/>
      </pc:docMkLst>
      <pc:sldChg chg="modSp">
        <pc:chgData name="Huynh Hoang Ha" userId="ca0d5095-47d2-44ed-b250-c6375ee28ea5" providerId="ADAL" clId="{6B68170C-7CBE-41B7-9D7B-6642C801AF84}" dt="2026-08-17T06:07:02.815" v="14" actId="20577"/>
        <pc:sldMkLst>
          <pc:docMk/>
          <pc:sldMk cId="0" sldId="276"/>
        </pc:sldMkLst>
        <pc:spChg chg="mod">
          <ac:chgData name="Huynh Hoang Ha" userId="ca0d5095-47d2-44ed-b250-c6375ee28ea5" providerId="ADAL" clId="{6B68170C-7CBE-41B7-9D7B-6642C801AF84}" dt="2026-08-17T06:07:02.815" v="14" actId="20577"/>
          <ac:spMkLst>
            <pc:docMk/>
            <pc:sldMk cId="0" sldId="276"/>
            <ac:spMk id="72708" creationId="{00000000-0000-0000-0000-000000000000}"/>
          </ac:spMkLst>
        </pc:spChg>
      </pc:sldChg>
      <pc:sldChg chg="del">
        <pc:chgData name="Huynh Hoang Ha" userId="ca0d5095-47d2-44ed-b250-c6375ee28ea5" providerId="ADAL" clId="{6B68170C-7CBE-41B7-9D7B-6642C801AF84}" dt="2026-08-17T06:07:40.263" v="19" actId="2696"/>
        <pc:sldMkLst>
          <pc:docMk/>
          <pc:sldMk cId="4232166662" sldId="278"/>
        </pc:sldMkLst>
      </pc:sldChg>
      <pc:sldChg chg="del">
        <pc:chgData name="Huynh Hoang Ha" userId="ca0d5095-47d2-44ed-b250-c6375ee28ea5" providerId="ADAL" clId="{6B68170C-7CBE-41B7-9D7B-6642C801AF84}" dt="2026-08-17T06:07:40.283" v="21" actId="2696"/>
        <pc:sldMkLst>
          <pc:docMk/>
          <pc:sldMk cId="2896017250" sldId="279"/>
        </pc:sldMkLst>
      </pc:sldChg>
      <pc:sldChg chg="del">
        <pc:chgData name="Huynh Hoang Ha" userId="ca0d5095-47d2-44ed-b250-c6375ee28ea5" providerId="ADAL" clId="{6B68170C-7CBE-41B7-9D7B-6642C801AF84}" dt="2026-08-17T06:07:40.289" v="22" actId="2696"/>
        <pc:sldMkLst>
          <pc:docMk/>
          <pc:sldMk cId="38291679" sldId="280"/>
        </pc:sldMkLst>
      </pc:sldChg>
      <pc:sldChg chg="del">
        <pc:chgData name="Huynh Hoang Ha" userId="ca0d5095-47d2-44ed-b250-c6375ee28ea5" providerId="ADAL" clId="{6B68170C-7CBE-41B7-9D7B-6642C801AF84}" dt="2026-08-17T06:07:40.276" v="20" actId="2696"/>
        <pc:sldMkLst>
          <pc:docMk/>
          <pc:sldMk cId="2720413559" sldId="281"/>
        </pc:sldMkLst>
      </pc:sldChg>
      <pc:sldChg chg="modSp">
        <pc:chgData name="Huynh Hoang Ha" userId="ca0d5095-47d2-44ed-b250-c6375ee28ea5" providerId="ADAL" clId="{6B68170C-7CBE-41B7-9D7B-6642C801AF84}" dt="2026-08-17T06:13:10.648" v="112" actId="207"/>
        <pc:sldMkLst>
          <pc:docMk/>
          <pc:sldMk cId="1562549791" sldId="282"/>
        </pc:sldMkLst>
        <pc:graphicFrameChg chg="mod modGraphic">
          <ac:chgData name="Huynh Hoang Ha" userId="ca0d5095-47d2-44ed-b250-c6375ee28ea5" providerId="ADAL" clId="{6B68170C-7CBE-41B7-9D7B-6642C801AF84}" dt="2026-08-17T06:13:10.648" v="112" actId="207"/>
          <ac:graphicFrameMkLst>
            <pc:docMk/>
            <pc:sldMk cId="1562549791" sldId="282"/>
            <ac:graphicFrameMk id="4" creationId="{382DD94D-621A-432E-A84F-2FE2BE55EB18}"/>
          </ac:graphicFrameMkLst>
        </pc:graphicFrameChg>
      </pc:sldChg>
      <pc:sldChg chg="addSp modSp">
        <pc:chgData name="Huynh Hoang Ha" userId="ca0d5095-47d2-44ed-b250-c6375ee28ea5" providerId="ADAL" clId="{6B68170C-7CBE-41B7-9D7B-6642C801AF84}" dt="2026-08-17T06:47:15.348" v="620" actId="1076"/>
        <pc:sldMkLst>
          <pc:docMk/>
          <pc:sldMk cId="25389090" sldId="283"/>
        </pc:sldMkLst>
        <pc:spChg chg="add mod">
          <ac:chgData name="Huynh Hoang Ha" userId="ca0d5095-47d2-44ed-b250-c6375ee28ea5" providerId="ADAL" clId="{6B68170C-7CBE-41B7-9D7B-6642C801AF84}" dt="2026-08-17T06:47:15.348" v="620" actId="1076"/>
          <ac:spMkLst>
            <pc:docMk/>
            <pc:sldMk cId="25389090" sldId="283"/>
            <ac:spMk id="3" creationId="{9D3879EC-85DF-4507-9B86-FE52B2535F9A}"/>
          </ac:spMkLst>
        </pc:spChg>
        <pc:spChg chg="mod">
          <ac:chgData name="Huynh Hoang Ha" userId="ca0d5095-47d2-44ed-b250-c6375ee28ea5" providerId="ADAL" clId="{6B68170C-7CBE-41B7-9D7B-6642C801AF84}" dt="2026-08-17T06:27:39.296" v="275" actId="20577"/>
          <ac:spMkLst>
            <pc:docMk/>
            <pc:sldMk cId="25389090" sldId="283"/>
            <ac:spMk id="12" creationId="{527E8D70-5386-42FB-864F-463078D9216C}"/>
          </ac:spMkLst>
        </pc:spChg>
        <pc:graphicFrameChg chg="modGraphic">
          <ac:chgData name="Huynh Hoang Ha" userId="ca0d5095-47d2-44ed-b250-c6375ee28ea5" providerId="ADAL" clId="{6B68170C-7CBE-41B7-9D7B-6642C801AF84}" dt="2026-08-17T06:27:02.855" v="255" actId="14734"/>
          <ac:graphicFrameMkLst>
            <pc:docMk/>
            <pc:sldMk cId="25389090" sldId="283"/>
            <ac:graphicFrameMk id="4" creationId="{E70A1D8B-F28B-4DDA-BB02-9A17EC74E4EA}"/>
          </ac:graphicFrameMkLst>
        </pc:graphicFrameChg>
      </pc:sldChg>
      <pc:sldChg chg="del">
        <pc:chgData name="Huynh Hoang Ha" userId="ca0d5095-47d2-44ed-b250-c6375ee28ea5" providerId="ADAL" clId="{6B68170C-7CBE-41B7-9D7B-6642C801AF84}" dt="2026-08-17T06:07:40.249" v="18" actId="2696"/>
        <pc:sldMkLst>
          <pc:docMk/>
          <pc:sldMk cId="1085872002" sldId="284"/>
        </pc:sldMkLst>
      </pc:sldChg>
      <pc:sldChg chg="addSp modSp modNotesTx">
        <pc:chgData name="Huynh Hoang Ha" userId="ca0d5095-47d2-44ed-b250-c6375ee28ea5" providerId="ADAL" clId="{6B68170C-7CBE-41B7-9D7B-6642C801AF84}" dt="2026-08-17T06:20:31.058" v="198" actId="20577"/>
        <pc:sldMkLst>
          <pc:docMk/>
          <pc:sldMk cId="1226542591" sldId="285"/>
        </pc:sldMkLst>
        <pc:spChg chg="add mod">
          <ac:chgData name="Huynh Hoang Ha" userId="ca0d5095-47d2-44ed-b250-c6375ee28ea5" providerId="ADAL" clId="{6B68170C-7CBE-41B7-9D7B-6642C801AF84}" dt="2026-08-17T06:19:30.309" v="186" actId="1076"/>
          <ac:spMkLst>
            <pc:docMk/>
            <pc:sldMk cId="1226542591" sldId="285"/>
            <ac:spMk id="3" creationId="{C4AF01C7-C8B4-44F2-96E1-8C893405F85E}"/>
          </ac:spMkLst>
        </pc:spChg>
      </pc:sldChg>
      <pc:sldChg chg="del">
        <pc:chgData name="Huynh Hoang Ha" userId="ca0d5095-47d2-44ed-b250-c6375ee28ea5" providerId="ADAL" clId="{6B68170C-7CBE-41B7-9D7B-6642C801AF84}" dt="2026-08-17T06:07:40.235" v="17" actId="2696"/>
        <pc:sldMkLst>
          <pc:docMk/>
          <pc:sldMk cId="831071482" sldId="286"/>
        </pc:sldMkLst>
      </pc:sldChg>
      <pc:sldChg chg="modSp">
        <pc:chgData name="Huynh Hoang Ha" userId="ca0d5095-47d2-44ed-b250-c6375ee28ea5" providerId="ADAL" clId="{6B68170C-7CBE-41B7-9D7B-6642C801AF84}" dt="2026-08-17T06:33:20.469" v="291" actId="20577"/>
        <pc:sldMkLst>
          <pc:docMk/>
          <pc:sldMk cId="1004084973" sldId="287"/>
        </pc:sldMkLst>
        <pc:spChg chg="mod">
          <ac:chgData name="Huynh Hoang Ha" userId="ca0d5095-47d2-44ed-b250-c6375ee28ea5" providerId="ADAL" clId="{6B68170C-7CBE-41B7-9D7B-6642C801AF84}" dt="2026-08-17T06:33:20.469" v="291" actId="20577"/>
          <ac:spMkLst>
            <pc:docMk/>
            <pc:sldMk cId="1004084973" sldId="287"/>
            <ac:spMk id="3" creationId="{A2476F75-BF84-47A0-8673-AE13410870A4}"/>
          </ac:spMkLst>
        </pc:spChg>
      </pc:sldChg>
      <pc:sldChg chg="addSp delSp modSp">
        <pc:chgData name="Huynh Hoang Ha" userId="ca0d5095-47d2-44ed-b250-c6375ee28ea5" providerId="ADAL" clId="{6B68170C-7CBE-41B7-9D7B-6642C801AF84}" dt="2026-08-17T06:47:02.151" v="618"/>
        <pc:sldMkLst>
          <pc:docMk/>
          <pc:sldMk cId="3437237666" sldId="288"/>
        </pc:sldMkLst>
        <pc:spChg chg="mod">
          <ac:chgData name="Huynh Hoang Ha" userId="ca0d5095-47d2-44ed-b250-c6375ee28ea5" providerId="ADAL" clId="{6B68170C-7CBE-41B7-9D7B-6642C801AF84}" dt="2026-08-17T06:47:02.151" v="618"/>
          <ac:spMkLst>
            <pc:docMk/>
            <pc:sldMk cId="3437237666" sldId="288"/>
            <ac:spMk id="3" creationId="{911BCE63-8D4E-4A81-8F30-ABBF3DD18EF6}"/>
          </ac:spMkLst>
        </pc:spChg>
        <pc:picChg chg="add del">
          <ac:chgData name="Huynh Hoang Ha" userId="ca0d5095-47d2-44ed-b250-c6375ee28ea5" providerId="ADAL" clId="{6B68170C-7CBE-41B7-9D7B-6642C801AF84}" dt="2026-08-17T06:34:29.140" v="293"/>
          <ac:picMkLst>
            <pc:docMk/>
            <pc:sldMk cId="3437237666" sldId="288"/>
            <ac:picMk id="4" creationId="{581D417E-BA8F-4E60-95CE-F5F54055C455}"/>
          </ac:picMkLst>
        </pc:picChg>
      </pc:sldChg>
      <pc:sldChg chg="addSp modSp add">
        <pc:chgData name="Huynh Hoang Ha" userId="ca0d5095-47d2-44ed-b250-c6375ee28ea5" providerId="ADAL" clId="{6B68170C-7CBE-41B7-9D7B-6642C801AF84}" dt="2026-08-17T06:35:35.307" v="473" actId="1076"/>
        <pc:sldMkLst>
          <pc:docMk/>
          <pc:sldMk cId="542347854" sldId="289"/>
        </pc:sldMkLst>
        <pc:spChg chg="mod">
          <ac:chgData name="Huynh Hoang Ha" userId="ca0d5095-47d2-44ed-b250-c6375ee28ea5" providerId="ADAL" clId="{6B68170C-7CBE-41B7-9D7B-6642C801AF84}" dt="2026-08-17T06:34:45.316" v="353" actId="20577"/>
          <ac:spMkLst>
            <pc:docMk/>
            <pc:sldMk cId="542347854" sldId="289"/>
            <ac:spMk id="2" creationId="{A5B29773-CD14-4380-8605-41DAA1546283}"/>
          </ac:spMkLst>
        </pc:spChg>
        <pc:spChg chg="mod">
          <ac:chgData name="Huynh Hoang Ha" userId="ca0d5095-47d2-44ed-b250-c6375ee28ea5" providerId="ADAL" clId="{6B68170C-7CBE-41B7-9D7B-6642C801AF84}" dt="2026-08-17T06:35:18.728" v="468" actId="5793"/>
          <ac:spMkLst>
            <pc:docMk/>
            <pc:sldMk cId="542347854" sldId="289"/>
            <ac:spMk id="3" creationId="{86A04206-B2F3-40E4-B07F-0A213EE95167}"/>
          </ac:spMkLst>
        </pc:spChg>
        <pc:picChg chg="add mod modCrop">
          <ac:chgData name="Huynh Hoang Ha" userId="ca0d5095-47d2-44ed-b250-c6375ee28ea5" providerId="ADAL" clId="{6B68170C-7CBE-41B7-9D7B-6642C801AF84}" dt="2026-08-17T06:35:35.307" v="473" actId="1076"/>
          <ac:picMkLst>
            <pc:docMk/>
            <pc:sldMk cId="542347854" sldId="289"/>
            <ac:picMk id="4" creationId="{5DC98EA0-5B8E-4B3F-8B44-7F530A0AF87F}"/>
          </ac:picMkLst>
        </pc:picChg>
      </pc:sldChg>
      <pc:sldChg chg="del">
        <pc:chgData name="Huynh Hoang Ha" userId="ca0d5095-47d2-44ed-b250-c6375ee28ea5" providerId="ADAL" clId="{6B68170C-7CBE-41B7-9D7B-6642C801AF84}" dt="2026-08-17T06:07:44.239" v="23" actId="2696"/>
        <pc:sldMkLst>
          <pc:docMk/>
          <pc:sldMk cId="4126444199" sldId="289"/>
        </pc:sldMkLst>
      </pc:sldChg>
      <pc:sldChg chg="del">
        <pc:chgData name="Huynh Hoang Ha" userId="ca0d5095-47d2-44ed-b250-c6375ee28ea5" providerId="ADAL" clId="{6B68170C-7CBE-41B7-9D7B-6642C801AF84}" dt="2026-08-17T06:07:33.123" v="15" actId="2696"/>
        <pc:sldMkLst>
          <pc:docMk/>
          <pc:sldMk cId="2936845266" sldId="290"/>
        </pc:sldMkLst>
      </pc:sldChg>
      <pc:sldChg chg="del">
        <pc:chgData name="Huynh Hoang Ha" userId="ca0d5095-47d2-44ed-b250-c6375ee28ea5" providerId="ADAL" clId="{6B68170C-7CBE-41B7-9D7B-6642C801AF84}" dt="2026-08-17T06:07:33.135" v="16" actId="2696"/>
        <pc:sldMkLst>
          <pc:docMk/>
          <pc:sldMk cId="3686187926" sldId="291"/>
        </pc:sldMkLst>
      </pc:sldChg>
    </pc:docChg>
  </pc:docChgLst>
  <pc:docChgLst>
    <pc:chgData name="Huynh Hoang Ha" userId="ca0d5095-47d2-44ed-b250-c6375ee28ea5" providerId="ADAL" clId="{F978C4E2-5BB6-4553-8C8A-4F2A2831445E}"/>
  </pc:docChgLst>
  <pc:docChgLst>
    <pc:chgData name="Huynh Hoang Ha" userId="ca0d5095-47d2-44ed-b250-c6375ee28ea5" providerId="ADAL" clId="{6E0E41A9-3526-4649-953F-EFF1F327A0CF}"/>
    <pc:docChg chg="undo custSel addSld delSld modSld">
      <pc:chgData name="Huynh Hoang Ha" userId="ca0d5095-47d2-44ed-b250-c6375ee28ea5" providerId="ADAL" clId="{6E0E41A9-3526-4649-953F-EFF1F327A0CF}" dt="2026-05-26T00:49:28.831" v="2833" actId="20577"/>
      <pc:docMkLst>
        <pc:docMk/>
      </pc:docMkLst>
    </pc:docChg>
  </pc:docChgLst>
  <pc:docChgLst>
    <pc:chgData name="Huynh Hoang Ha" userId="ca0d5095-47d2-44ed-b250-c6375ee28ea5" providerId="ADAL" clId="{EF6336A4-4638-4F3E-9B27-BB59411881DB}"/>
  </pc:docChgLst>
  <pc:docChgLst>
    <pc:chgData name="Huynh Hoang Ha" userId="ca0d5095-47d2-44ed-b250-c6375ee28ea5" providerId="ADAL" clId="{46559622-DADB-4388-94D4-194A924AE4D6}"/>
  </pc:docChgLst>
  <pc:docChgLst>
    <pc:chgData name="Huynh Hoang Ha" userId="ca0d5095-47d2-44ed-b250-c6375ee28ea5" providerId="ADAL" clId="{77888777-BA7F-41C6-AFAF-82E32B4707DD}"/>
  </pc:docChgLst>
  <pc:docChgLst>
    <pc:chgData name="Huynh Hoang Ha" userId="ca0d5095-47d2-44ed-b250-c6375ee28ea5" providerId="ADAL" clId="{C753E360-3438-4BC5-AB5C-B6A35776CB39}"/>
  </pc:docChgLst>
  <pc:docChgLst>
    <pc:chgData name="Huynh Hoang Ha" userId="ca0d5095-47d2-44ed-b250-c6375ee28ea5" providerId="ADAL" clId="{DE6EE555-F80A-4B04-B34A-BD916A4214B1}"/>
    <pc:docChg chg="undo custSel addSld delSld modSld sldOrd">
      <pc:chgData name="Huynh Hoang Ha" userId="ca0d5095-47d2-44ed-b250-c6375ee28ea5" providerId="ADAL" clId="{DE6EE555-F80A-4B04-B34A-BD916A4214B1}" dt="2026-08-17T04:02:49.492" v="4443"/>
      <pc:docMkLst>
        <pc:docMk/>
      </pc:docMkLst>
      <pc:sldChg chg="modSp">
        <pc:chgData name="Huynh Hoang Ha" userId="ca0d5095-47d2-44ed-b250-c6375ee28ea5" providerId="ADAL" clId="{DE6EE555-F80A-4B04-B34A-BD916A4214B1}" dt="2026-08-17T00:45:11.714" v="85" actId="20577"/>
        <pc:sldMkLst>
          <pc:docMk/>
          <pc:sldMk cId="0" sldId="276"/>
        </pc:sldMkLst>
        <pc:spChg chg="mod">
          <ac:chgData name="Huynh Hoang Ha" userId="ca0d5095-47d2-44ed-b250-c6375ee28ea5" providerId="ADAL" clId="{DE6EE555-F80A-4B04-B34A-BD916A4214B1}" dt="2026-08-17T00:45:11.714" v="85" actId="20577"/>
          <ac:spMkLst>
            <pc:docMk/>
            <pc:sldMk cId="0" sldId="276"/>
            <ac:spMk id="72708" creationId="{00000000-0000-0000-0000-000000000000}"/>
          </ac:spMkLst>
        </pc:spChg>
      </pc:sldChg>
      <pc:sldChg chg="delSp modSp del">
        <pc:chgData name="Huynh Hoang Ha" userId="ca0d5095-47d2-44ed-b250-c6375ee28ea5" providerId="ADAL" clId="{DE6EE555-F80A-4B04-B34A-BD916A4214B1}" dt="2026-08-17T00:45:58.517" v="145" actId="2696"/>
        <pc:sldMkLst>
          <pc:docMk/>
          <pc:sldMk cId="3863600213" sldId="277"/>
        </pc:sldMkLst>
        <pc:spChg chg="mod">
          <ac:chgData name="Huynh Hoang Ha" userId="ca0d5095-47d2-44ed-b250-c6375ee28ea5" providerId="ADAL" clId="{DE6EE555-F80A-4B04-B34A-BD916A4214B1}" dt="2026-08-17T00:45:31.416" v="139" actId="20577"/>
          <ac:spMkLst>
            <pc:docMk/>
            <pc:sldMk cId="3863600213" sldId="277"/>
            <ac:spMk id="2" creationId="{DE5BA04D-F603-40E0-AC02-E16372088044}"/>
          </ac:spMkLst>
        </pc:spChg>
        <pc:spChg chg="mod">
          <ac:chgData name="Huynh Hoang Ha" userId="ca0d5095-47d2-44ed-b250-c6375ee28ea5" providerId="ADAL" clId="{DE6EE555-F80A-4B04-B34A-BD916A4214B1}" dt="2026-08-17T00:45:51.731" v="144"/>
          <ac:spMkLst>
            <pc:docMk/>
            <pc:sldMk cId="3863600213" sldId="277"/>
            <ac:spMk id="3" creationId="{6DB84388-D594-49AF-8D68-375A3E26314B}"/>
          </ac:spMkLst>
        </pc:spChg>
        <pc:graphicFrameChg chg="del">
          <ac:chgData name="Huynh Hoang Ha" userId="ca0d5095-47d2-44ed-b250-c6375ee28ea5" providerId="ADAL" clId="{DE6EE555-F80A-4B04-B34A-BD916A4214B1}" dt="2026-08-17T00:45:36.967" v="141" actId="478"/>
          <ac:graphicFrameMkLst>
            <pc:docMk/>
            <pc:sldMk cId="3863600213" sldId="277"/>
            <ac:graphicFrameMk id="4" creationId="{CD2CD6B6-BC87-4661-85EE-888E4DA519AE}"/>
          </ac:graphicFrameMkLst>
        </pc:graphicFrameChg>
      </pc:sldChg>
      <pc:sldChg chg="addSp delSp modSp add">
        <pc:chgData name="Huynh Hoang Ha" userId="ca0d5095-47d2-44ed-b250-c6375ee28ea5" providerId="ADAL" clId="{DE6EE555-F80A-4B04-B34A-BD916A4214B1}" dt="2026-08-17T00:55:18.193" v="292" actId="14100"/>
        <pc:sldMkLst>
          <pc:docMk/>
          <pc:sldMk cId="1562549791" sldId="282"/>
        </pc:sldMkLst>
        <pc:spChg chg="mod">
          <ac:chgData name="Huynh Hoang Ha" userId="ca0d5095-47d2-44ed-b250-c6375ee28ea5" providerId="ADAL" clId="{DE6EE555-F80A-4B04-B34A-BD916A4214B1}" dt="2026-08-17T00:55:03.906" v="287" actId="1076"/>
          <ac:spMkLst>
            <pc:docMk/>
            <pc:sldMk cId="1562549791" sldId="282"/>
            <ac:spMk id="2" creationId="{6A6B9D92-DD1F-4C4E-A187-D885E7EBE2D7}"/>
          </ac:spMkLst>
        </pc:spChg>
        <pc:spChg chg="del mod">
          <ac:chgData name="Huynh Hoang Ha" userId="ca0d5095-47d2-44ed-b250-c6375ee28ea5" providerId="ADAL" clId="{DE6EE555-F80A-4B04-B34A-BD916A4214B1}" dt="2026-08-17T00:54:44.497" v="279"/>
          <ac:spMkLst>
            <pc:docMk/>
            <pc:sldMk cId="1562549791" sldId="282"/>
            <ac:spMk id="3" creationId="{EDD9D499-10BA-4663-B984-FC2D3C0F0E8C}"/>
          </ac:spMkLst>
        </pc:spChg>
        <pc:graphicFrameChg chg="add mod modGraphic">
          <ac:chgData name="Huynh Hoang Ha" userId="ca0d5095-47d2-44ed-b250-c6375ee28ea5" providerId="ADAL" clId="{DE6EE555-F80A-4B04-B34A-BD916A4214B1}" dt="2026-08-17T00:55:18.193" v="292" actId="14100"/>
          <ac:graphicFrameMkLst>
            <pc:docMk/>
            <pc:sldMk cId="1562549791" sldId="282"/>
            <ac:graphicFrameMk id="4" creationId="{382DD94D-621A-432E-A84F-2FE2BE55EB18}"/>
          </ac:graphicFrameMkLst>
        </pc:graphicFrameChg>
      </pc:sldChg>
      <pc:sldChg chg="addSp modSp add modNotesTx">
        <pc:chgData name="Huynh Hoang Ha" userId="ca0d5095-47d2-44ed-b250-c6375ee28ea5" providerId="ADAL" clId="{DE6EE555-F80A-4B04-B34A-BD916A4214B1}" dt="2026-08-17T01:55:04.384" v="2345" actId="20577"/>
        <pc:sldMkLst>
          <pc:docMk/>
          <pc:sldMk cId="25389090" sldId="283"/>
        </pc:sldMkLst>
        <pc:spChg chg="mod">
          <ac:chgData name="Huynh Hoang Ha" userId="ca0d5095-47d2-44ed-b250-c6375ee28ea5" providerId="ADAL" clId="{DE6EE555-F80A-4B04-B34A-BD916A4214B1}" dt="2026-08-17T01:40:11.090" v="1790" actId="207"/>
          <ac:spMkLst>
            <pc:docMk/>
            <pc:sldMk cId="25389090" sldId="283"/>
            <ac:spMk id="2" creationId="{7176BC3B-F3A8-4D9C-837F-0DE8EF24D21A}"/>
          </ac:spMkLst>
        </pc:spChg>
        <pc:spChg chg="add mod">
          <ac:chgData name="Huynh Hoang Ha" userId="ca0d5095-47d2-44ed-b250-c6375ee28ea5" providerId="ADAL" clId="{DE6EE555-F80A-4B04-B34A-BD916A4214B1}" dt="2026-08-17T01:37:49.678" v="1581" actId="1076"/>
          <ac:spMkLst>
            <pc:docMk/>
            <pc:sldMk cId="25389090" sldId="283"/>
            <ac:spMk id="5" creationId="{ABCF0687-72E2-49EC-BEDE-49B0B075603F}"/>
          </ac:spMkLst>
        </pc:spChg>
        <pc:spChg chg="add mod">
          <ac:chgData name="Huynh Hoang Ha" userId="ca0d5095-47d2-44ed-b250-c6375ee28ea5" providerId="ADAL" clId="{DE6EE555-F80A-4B04-B34A-BD916A4214B1}" dt="2026-08-17T01:50:12.085" v="2100" actId="20577"/>
          <ac:spMkLst>
            <pc:docMk/>
            <pc:sldMk cId="25389090" sldId="283"/>
            <ac:spMk id="7" creationId="{D9B7C928-A8F7-4DDD-A27E-B2A6FA1D1E9A}"/>
          </ac:spMkLst>
        </pc:spChg>
        <pc:spChg chg="add mod">
          <ac:chgData name="Huynh Hoang Ha" userId="ca0d5095-47d2-44ed-b250-c6375ee28ea5" providerId="ADAL" clId="{DE6EE555-F80A-4B04-B34A-BD916A4214B1}" dt="2026-08-17T01:48:36.287" v="2027" actId="1076"/>
          <ac:spMkLst>
            <pc:docMk/>
            <pc:sldMk cId="25389090" sldId="283"/>
            <ac:spMk id="11" creationId="{66673BDE-D31C-48AC-921D-1848B50DD772}"/>
          </ac:spMkLst>
        </pc:spChg>
        <pc:spChg chg="add mod">
          <ac:chgData name="Huynh Hoang Ha" userId="ca0d5095-47d2-44ed-b250-c6375ee28ea5" providerId="ADAL" clId="{DE6EE555-F80A-4B04-B34A-BD916A4214B1}" dt="2026-08-17T01:51:46.053" v="2173" actId="1076"/>
          <ac:spMkLst>
            <pc:docMk/>
            <pc:sldMk cId="25389090" sldId="283"/>
            <ac:spMk id="12" creationId="{527E8D70-5386-42FB-864F-463078D9216C}"/>
          </ac:spMkLst>
        </pc:spChg>
        <pc:spChg chg="add mod">
          <ac:chgData name="Huynh Hoang Ha" userId="ca0d5095-47d2-44ed-b250-c6375ee28ea5" providerId="ADAL" clId="{DE6EE555-F80A-4B04-B34A-BD916A4214B1}" dt="2026-08-17T01:51:16.397" v="2144" actId="1076"/>
          <ac:spMkLst>
            <pc:docMk/>
            <pc:sldMk cId="25389090" sldId="283"/>
            <ac:spMk id="13" creationId="{0A45BFF3-8AEF-47B9-B22C-ACD16B14112B}"/>
          </ac:spMkLst>
        </pc:spChg>
        <pc:graphicFrameChg chg="mod modGraphic">
          <ac:chgData name="Huynh Hoang Ha" userId="ca0d5095-47d2-44ed-b250-c6375ee28ea5" providerId="ADAL" clId="{DE6EE555-F80A-4B04-B34A-BD916A4214B1}" dt="2026-08-17T01:55:04.384" v="2345" actId="20577"/>
          <ac:graphicFrameMkLst>
            <pc:docMk/>
            <pc:sldMk cId="25389090" sldId="283"/>
            <ac:graphicFrameMk id="4" creationId="{E70A1D8B-F28B-4DDA-BB02-9A17EC74E4EA}"/>
          </ac:graphicFrameMkLst>
        </pc:graphicFrameChg>
        <pc:graphicFrameChg chg="add mod modGraphic">
          <ac:chgData name="Huynh Hoang Ha" userId="ca0d5095-47d2-44ed-b250-c6375ee28ea5" providerId="ADAL" clId="{DE6EE555-F80A-4B04-B34A-BD916A4214B1}" dt="2026-08-17T01:45:59.101" v="1952" actId="20577"/>
          <ac:graphicFrameMkLst>
            <pc:docMk/>
            <pc:sldMk cId="25389090" sldId="283"/>
            <ac:graphicFrameMk id="6" creationId="{8E2BF60B-0D38-4357-9F78-C6140A073539}"/>
          </ac:graphicFrameMkLst>
        </pc:graphicFrameChg>
        <pc:cxnChg chg="add mod">
          <ac:chgData name="Huynh Hoang Ha" userId="ca0d5095-47d2-44ed-b250-c6375ee28ea5" providerId="ADAL" clId="{DE6EE555-F80A-4B04-B34A-BD916A4214B1}" dt="2026-08-17T01:48:21.976" v="1989" actId="14100"/>
          <ac:cxnSpMkLst>
            <pc:docMk/>
            <pc:sldMk cId="25389090" sldId="283"/>
            <ac:cxnSpMk id="9" creationId="{D42A866D-17FC-408F-A941-A3C1E0E33CBB}"/>
          </ac:cxnSpMkLst>
        </pc:cxnChg>
      </pc:sldChg>
      <pc:sldChg chg="add">
        <pc:chgData name="Huynh Hoang Ha" userId="ca0d5095-47d2-44ed-b250-c6375ee28ea5" providerId="ADAL" clId="{DE6EE555-F80A-4B04-B34A-BD916A4214B1}" dt="2026-08-17T00:46:03.419" v="147"/>
        <pc:sldMkLst>
          <pc:docMk/>
          <pc:sldMk cId="1085872002" sldId="284"/>
        </pc:sldMkLst>
      </pc:sldChg>
      <pc:sldChg chg="addSp delSp modSp add">
        <pc:chgData name="Huynh Hoang Ha" userId="ca0d5095-47d2-44ed-b250-c6375ee28ea5" providerId="ADAL" clId="{DE6EE555-F80A-4B04-B34A-BD916A4214B1}" dt="2026-08-17T03:01:10.568" v="3660" actId="13926"/>
        <pc:sldMkLst>
          <pc:docMk/>
          <pc:sldMk cId="1226542591" sldId="285"/>
        </pc:sldMkLst>
        <pc:spChg chg="mod">
          <ac:chgData name="Huynh Hoang Ha" userId="ca0d5095-47d2-44ed-b250-c6375ee28ea5" providerId="ADAL" clId="{DE6EE555-F80A-4B04-B34A-BD916A4214B1}" dt="2026-08-17T03:01:10.568" v="3660" actId="13926"/>
          <ac:spMkLst>
            <pc:docMk/>
            <pc:sldMk cId="1226542591" sldId="285"/>
            <ac:spMk id="2" creationId="{6A6B9D92-DD1F-4C4E-A187-D885E7EBE2D7}"/>
          </ac:spMkLst>
        </pc:spChg>
        <pc:spChg chg="add del mod">
          <ac:chgData name="Huynh Hoang Ha" userId="ca0d5095-47d2-44ed-b250-c6375ee28ea5" providerId="ADAL" clId="{DE6EE555-F80A-4B04-B34A-BD916A4214B1}" dt="2026-08-17T01:00:58.082" v="437"/>
          <ac:spMkLst>
            <pc:docMk/>
            <pc:sldMk cId="1226542591" sldId="285"/>
            <ac:spMk id="5" creationId="{33174B89-5F4B-4BBD-A059-4C92548B6443}"/>
          </ac:spMkLst>
        </pc:spChg>
        <pc:graphicFrameChg chg="del">
          <ac:chgData name="Huynh Hoang Ha" userId="ca0d5095-47d2-44ed-b250-c6375ee28ea5" providerId="ADAL" clId="{DE6EE555-F80A-4B04-B34A-BD916A4214B1}" dt="2026-08-17T01:00:29.400" v="433" actId="478"/>
          <ac:graphicFrameMkLst>
            <pc:docMk/>
            <pc:sldMk cId="1226542591" sldId="285"/>
            <ac:graphicFrameMk id="4" creationId="{382DD94D-621A-432E-A84F-2FE2BE55EB18}"/>
          </ac:graphicFrameMkLst>
        </pc:graphicFrameChg>
        <pc:picChg chg="add mod">
          <ac:chgData name="Huynh Hoang Ha" userId="ca0d5095-47d2-44ed-b250-c6375ee28ea5" providerId="ADAL" clId="{DE6EE555-F80A-4B04-B34A-BD916A4214B1}" dt="2026-08-17T01:01:31.456" v="443" actId="1076"/>
          <ac:picMkLst>
            <pc:docMk/>
            <pc:sldMk cId="1226542591" sldId="285"/>
            <ac:picMk id="6" creationId="{5B3A4F18-5314-4841-A655-1B8F6B9E070C}"/>
          </ac:picMkLst>
        </pc:picChg>
        <pc:picChg chg="add mod">
          <ac:chgData name="Huynh Hoang Ha" userId="ca0d5095-47d2-44ed-b250-c6375ee28ea5" providerId="ADAL" clId="{DE6EE555-F80A-4B04-B34A-BD916A4214B1}" dt="2026-08-17T01:01:38.929" v="447" actId="1076"/>
          <ac:picMkLst>
            <pc:docMk/>
            <pc:sldMk cId="1226542591" sldId="285"/>
            <ac:picMk id="7" creationId="{BEB8D130-E97D-4AD6-BCCA-18E8C86BFE0B}"/>
          </ac:picMkLst>
        </pc:picChg>
      </pc:sldChg>
      <pc:sldChg chg="modSp add">
        <pc:chgData name="Huynh Hoang Ha" userId="ca0d5095-47d2-44ed-b250-c6375ee28ea5" providerId="ADAL" clId="{DE6EE555-F80A-4B04-B34A-BD916A4214B1}" dt="2026-08-17T01:29:58.020" v="697" actId="20577"/>
        <pc:sldMkLst>
          <pc:docMk/>
          <pc:sldMk cId="831071482" sldId="286"/>
        </pc:sldMkLst>
        <pc:spChg chg="mod">
          <ac:chgData name="Huynh Hoang Ha" userId="ca0d5095-47d2-44ed-b250-c6375ee28ea5" providerId="ADAL" clId="{DE6EE555-F80A-4B04-B34A-BD916A4214B1}" dt="2026-08-17T01:26:40.878" v="496" actId="20577"/>
          <ac:spMkLst>
            <pc:docMk/>
            <pc:sldMk cId="831071482" sldId="286"/>
            <ac:spMk id="2" creationId="{D11DE7E9-78A8-4225-8099-5E74636366DD}"/>
          </ac:spMkLst>
        </pc:spChg>
        <pc:spChg chg="mod">
          <ac:chgData name="Huynh Hoang Ha" userId="ca0d5095-47d2-44ed-b250-c6375ee28ea5" providerId="ADAL" clId="{DE6EE555-F80A-4B04-B34A-BD916A4214B1}" dt="2026-08-17T01:29:58.020" v="697" actId="20577"/>
          <ac:spMkLst>
            <pc:docMk/>
            <pc:sldMk cId="831071482" sldId="286"/>
            <ac:spMk id="3" creationId="{66EE2D09-5FF6-43EC-A125-011E94A193C6}"/>
          </ac:spMkLst>
        </pc:spChg>
      </pc:sldChg>
      <pc:sldChg chg="addSp modSp add modNotesTx">
        <pc:chgData name="Huynh Hoang Ha" userId="ca0d5095-47d2-44ed-b250-c6375ee28ea5" providerId="ADAL" clId="{DE6EE555-F80A-4B04-B34A-BD916A4214B1}" dt="2026-08-17T01:42:36.575" v="1879" actId="207"/>
        <pc:sldMkLst>
          <pc:docMk/>
          <pc:sldMk cId="1004084973" sldId="287"/>
        </pc:sldMkLst>
        <pc:spChg chg="mod">
          <ac:chgData name="Huynh Hoang Ha" userId="ca0d5095-47d2-44ed-b250-c6375ee28ea5" providerId="ADAL" clId="{DE6EE555-F80A-4B04-B34A-BD916A4214B1}" dt="2026-08-17T01:30:37.911" v="720" actId="20577"/>
          <ac:spMkLst>
            <pc:docMk/>
            <pc:sldMk cId="1004084973" sldId="287"/>
            <ac:spMk id="2" creationId="{106196EE-8631-4533-95B3-5357C53A5C2E}"/>
          </ac:spMkLst>
        </pc:spChg>
        <pc:spChg chg="mod">
          <ac:chgData name="Huynh Hoang Ha" userId="ca0d5095-47d2-44ed-b250-c6375ee28ea5" providerId="ADAL" clId="{DE6EE555-F80A-4B04-B34A-BD916A4214B1}" dt="2026-08-17T01:42:15.748" v="1833" actId="20577"/>
          <ac:spMkLst>
            <pc:docMk/>
            <pc:sldMk cId="1004084973" sldId="287"/>
            <ac:spMk id="3" creationId="{A2476F75-BF84-47A0-8673-AE13410870A4}"/>
          </ac:spMkLst>
        </pc:spChg>
        <pc:spChg chg="add mod">
          <ac:chgData name="Huynh Hoang Ha" userId="ca0d5095-47d2-44ed-b250-c6375ee28ea5" providerId="ADAL" clId="{DE6EE555-F80A-4B04-B34A-BD916A4214B1}" dt="2026-08-17T01:42:36.575" v="1879" actId="207"/>
          <ac:spMkLst>
            <pc:docMk/>
            <pc:sldMk cId="1004084973" sldId="287"/>
            <ac:spMk id="4" creationId="{8CACFD9E-149E-4A3D-A69A-5311F9713774}"/>
          </ac:spMkLst>
        </pc:spChg>
      </pc:sldChg>
      <pc:sldChg chg="modSp add">
        <pc:chgData name="Huynh Hoang Ha" userId="ca0d5095-47d2-44ed-b250-c6375ee28ea5" providerId="ADAL" clId="{DE6EE555-F80A-4B04-B34A-BD916A4214B1}" dt="2026-08-17T04:02:45.530" v="4442"/>
        <pc:sldMkLst>
          <pc:docMk/>
          <pc:sldMk cId="3437237666" sldId="288"/>
        </pc:sldMkLst>
        <pc:spChg chg="mod">
          <ac:chgData name="Huynh Hoang Ha" userId="ca0d5095-47d2-44ed-b250-c6375ee28ea5" providerId="ADAL" clId="{DE6EE555-F80A-4B04-B34A-BD916A4214B1}" dt="2026-08-17T01:52:40.794" v="2213" actId="20577"/>
          <ac:spMkLst>
            <pc:docMk/>
            <pc:sldMk cId="3437237666" sldId="288"/>
            <ac:spMk id="2" creationId="{0D09D10D-AE32-4A35-AE7F-DE9F907ADAC9}"/>
          </ac:spMkLst>
        </pc:spChg>
        <pc:spChg chg="mod">
          <ac:chgData name="Huynh Hoang Ha" userId="ca0d5095-47d2-44ed-b250-c6375ee28ea5" providerId="ADAL" clId="{DE6EE555-F80A-4B04-B34A-BD916A4214B1}" dt="2026-08-17T04:02:45.530" v="4442"/>
          <ac:spMkLst>
            <pc:docMk/>
            <pc:sldMk cId="3437237666" sldId="288"/>
            <ac:spMk id="3" creationId="{911BCE63-8D4E-4A81-8F30-ABBF3DD18EF6}"/>
          </ac:spMkLst>
        </pc:spChg>
      </pc:sldChg>
      <pc:sldChg chg="add">
        <pc:chgData name="Huynh Hoang Ha" userId="ca0d5095-47d2-44ed-b250-c6375ee28ea5" providerId="ADAL" clId="{DE6EE555-F80A-4B04-B34A-BD916A4214B1}" dt="2026-08-17T01:52:35.980" v="2175"/>
        <pc:sldMkLst>
          <pc:docMk/>
          <pc:sldMk cId="4126444199" sldId="289"/>
        </pc:sldMkLst>
      </pc:sldChg>
      <pc:sldChg chg="modSp add">
        <pc:chgData name="Huynh Hoang Ha" userId="ca0d5095-47d2-44ed-b250-c6375ee28ea5" providerId="ADAL" clId="{DE6EE555-F80A-4B04-B34A-BD916A4214B1}" dt="2026-08-17T04:02:49.492" v="4443"/>
        <pc:sldMkLst>
          <pc:docMk/>
          <pc:sldMk cId="2936845266" sldId="290"/>
        </pc:sldMkLst>
        <pc:spChg chg="mod">
          <ac:chgData name="Huynh Hoang Ha" userId="ca0d5095-47d2-44ed-b250-c6375ee28ea5" providerId="ADAL" clId="{DE6EE555-F80A-4B04-B34A-BD916A4214B1}" dt="2026-08-17T01:52:49.320" v="2252" actId="20577"/>
          <ac:spMkLst>
            <pc:docMk/>
            <pc:sldMk cId="2936845266" sldId="290"/>
            <ac:spMk id="2" creationId="{176DFA82-448A-4403-B88D-4603047663AE}"/>
          </ac:spMkLst>
        </pc:spChg>
        <pc:spChg chg="mod">
          <ac:chgData name="Huynh Hoang Ha" userId="ca0d5095-47d2-44ed-b250-c6375ee28ea5" providerId="ADAL" clId="{DE6EE555-F80A-4B04-B34A-BD916A4214B1}" dt="2026-08-17T04:02:49.492" v="4443"/>
          <ac:spMkLst>
            <pc:docMk/>
            <pc:sldMk cId="2936845266" sldId="290"/>
            <ac:spMk id="3" creationId="{ACB2B764-1FE0-4D14-A65F-AE89A4AB6316}"/>
          </ac:spMkLst>
        </pc:spChg>
      </pc:sldChg>
      <pc:sldChg chg="modSp add ord">
        <pc:chgData name="Huynh Hoang Ha" userId="ca0d5095-47d2-44ed-b250-c6375ee28ea5" providerId="ADAL" clId="{DE6EE555-F80A-4B04-B34A-BD916A4214B1}" dt="2026-08-17T04:02:18.763" v="4440" actId="20577"/>
        <pc:sldMkLst>
          <pc:docMk/>
          <pc:sldMk cId="3686187926" sldId="291"/>
        </pc:sldMkLst>
        <pc:spChg chg="mod">
          <ac:chgData name="Huynh Hoang Ha" userId="ca0d5095-47d2-44ed-b250-c6375ee28ea5" providerId="ADAL" clId="{DE6EE555-F80A-4B04-B34A-BD916A4214B1}" dt="2026-08-17T04:02:18.763" v="4440" actId="20577"/>
          <ac:spMkLst>
            <pc:docMk/>
            <pc:sldMk cId="3686187926" sldId="291"/>
            <ac:spMk id="2" creationId="{9F39389A-918E-435E-86DD-205B65F848CE}"/>
          </ac:spMkLst>
        </pc:spChg>
        <pc:spChg chg="mod">
          <ac:chgData name="Huynh Hoang Ha" userId="ca0d5095-47d2-44ed-b250-c6375ee28ea5" providerId="ADAL" clId="{DE6EE555-F80A-4B04-B34A-BD916A4214B1}" dt="2026-08-17T03:46:26.223" v="4235" actId="5793"/>
          <ac:spMkLst>
            <pc:docMk/>
            <pc:sldMk cId="3686187926" sldId="291"/>
            <ac:spMk id="3" creationId="{10E6780E-21E1-4ADF-9C15-C295C02AC486}"/>
          </ac:spMkLst>
        </pc:spChg>
      </pc:sldChg>
    </pc:docChg>
  </pc:docChgLst>
  <pc:docChgLst>
    <pc:chgData name="Huynh Hoang Ha" userId="ca0d5095-47d2-44ed-b250-c6375ee28ea5" providerId="ADAL" clId="{1D4A047E-3862-49BA-89C6-C45636E0250A}"/>
  </pc:docChgLst>
  <pc:docChgLst>
    <pc:chgData name="Huynh Hoang Ha" userId="ca0d5095-47d2-44ed-b250-c6375ee28ea5" providerId="ADAL" clId="{9FC48545-F842-44D1-BA5F-E8DBEC7E11CA}"/>
  </pc:docChgLst>
  <pc:docChgLst>
    <pc:chgData name="Huynh Hoang Ha" userId="ca0d5095-47d2-44ed-b250-c6375ee28ea5" providerId="ADAL" clId="{7C8C8057-3AA3-4609-B66D-02BFD013210F}"/>
  </pc:docChgLst>
  <pc:docChgLst>
    <pc:chgData name="Huynh Hoang Ha" userId="ca0d5095-47d2-44ed-b250-c6375ee28ea5" providerId="ADAL" clId="{1D8A591C-5C93-422E-8A1B-53ED56095CFA}"/>
  </pc:docChgLst>
  <pc:docChgLst>
    <pc:chgData name="Huynh Hoang Ha" userId="ca0d5095-47d2-44ed-b250-c6375ee28ea5" providerId="ADAL" clId="{48A78A75-DC24-47FC-96B1-F0592F545BA0}"/>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70659"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70660"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70661"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0DD9B359-3C40-40D0-9641-0AF6D6B0EE16}" type="slidenum">
              <a:rPr lang="en-US"/>
              <a:pPr/>
              <a:t>‹#›</a:t>
            </a:fld>
            <a:endParaRPr lang="en-US"/>
          </a:p>
        </p:txBody>
      </p:sp>
    </p:spTree>
    <p:extLst>
      <p:ext uri="{BB962C8B-B14F-4D97-AF65-F5344CB8AC3E}">
        <p14:creationId xmlns:p14="http://schemas.microsoft.com/office/powerpoint/2010/main" val="41905880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BC1FF4-501E-417A-B71B-CA534D31E637}" type="datetimeFigureOut">
              <a:rPr lang="en-US" smtClean="0"/>
              <a:t>10/27/2026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DA621D-D213-47E6-8EF4-77EE7EB23DD1}" type="slidenum">
              <a:rPr lang="en-US" smtClean="0"/>
              <a:t>‹#›</a:t>
            </a:fld>
            <a:endParaRPr lang="en-US"/>
          </a:p>
        </p:txBody>
      </p:sp>
    </p:spTree>
    <p:extLst>
      <p:ext uri="{BB962C8B-B14F-4D97-AF65-F5344CB8AC3E}">
        <p14:creationId xmlns:p14="http://schemas.microsoft.com/office/powerpoint/2010/main" val="3675260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DA621D-D213-47E6-8EF4-77EE7EB23DD1}" type="slidenum">
              <a:rPr lang="en-US" smtClean="0"/>
              <a:t>1</a:t>
            </a:fld>
            <a:endParaRPr lang="en-US"/>
          </a:p>
        </p:txBody>
      </p:sp>
    </p:spTree>
    <p:extLst>
      <p:ext uri="{BB962C8B-B14F-4D97-AF65-F5344CB8AC3E}">
        <p14:creationId xmlns:p14="http://schemas.microsoft.com/office/powerpoint/2010/main" val="2757281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bwMode="gray">
          <a:xfrm>
            <a:off x="3352800" y="5791200"/>
            <a:ext cx="6299200" cy="381000"/>
          </a:xfrm>
          <a:extLst>
            <a:ext uri="{91240B29-F687-4F45-9708-019B960494DF}">
              <a14:hiddenLine xmlns:a14="http://schemas.microsoft.com/office/drawing/2010/main" w="9525">
                <a:solidFill>
                  <a:schemeClr val="bg1"/>
                </a:solidFill>
                <a:miter lim="800000"/>
                <a:headEnd/>
                <a:tailEnd/>
              </a14:hiddenLine>
            </a:ext>
          </a:extLst>
        </p:spPr>
        <p:txBody>
          <a:bodyPr/>
          <a:lstStyle>
            <a:lvl1pPr marL="0" indent="0" algn="r">
              <a:buFont typeface="Wingdings" pitchFamily="2" charset="2"/>
              <a:buNone/>
              <a:defRPr sz="1600" b="1">
                <a:solidFill>
                  <a:schemeClr val="bg1"/>
                </a:solidFill>
              </a:defRPr>
            </a:lvl1pPr>
          </a:lstStyle>
          <a:p>
            <a:pPr lvl="0"/>
            <a:r>
              <a:rPr lang="en-US" noProof="0"/>
              <a:t>Click to edit Master subtitle style</a:t>
            </a:r>
          </a:p>
        </p:txBody>
      </p:sp>
      <p:sp>
        <p:nvSpPr>
          <p:cNvPr id="3074" name="Rectangle 2"/>
          <p:cNvSpPr>
            <a:spLocks noGrp="1" noChangeArrowheads="1"/>
          </p:cNvSpPr>
          <p:nvPr>
            <p:ph type="ctrTitle"/>
          </p:nvPr>
        </p:nvSpPr>
        <p:spPr>
          <a:xfrm>
            <a:off x="3759200" y="2667000"/>
            <a:ext cx="7620000" cy="91440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a:defRPr sz="4000">
                <a:solidFill>
                  <a:schemeClr val="tx1"/>
                </a:solidFill>
              </a:defRPr>
            </a:lvl1pPr>
          </a:lstStyle>
          <a:p>
            <a:pPr lvl="0"/>
            <a:r>
              <a:rPr 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chemeClr val="accent1">
                    <a:lumMod val="50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25600" y="6629400"/>
            <a:ext cx="1828800" cy="228600"/>
          </a:xfrm>
        </p:spPr>
        <p:txBody>
          <a:bodyPr/>
          <a:lstStyle>
            <a:lvl1pPr>
              <a:defRPr/>
            </a:lvl1pPr>
          </a:lstStyle>
          <a:p>
            <a:endParaRPr lang="en-US"/>
          </a:p>
        </p:txBody>
      </p:sp>
      <p:sp>
        <p:nvSpPr>
          <p:cNvPr id="6" name="Slide Number Placeholder 5"/>
          <p:cNvSpPr>
            <a:spLocks noGrp="1"/>
          </p:cNvSpPr>
          <p:nvPr>
            <p:ph type="sldNum" sz="quarter" idx="12"/>
          </p:nvPr>
        </p:nvSpPr>
        <p:spPr>
          <a:xfrm>
            <a:off x="4673600" y="6629400"/>
            <a:ext cx="1320800" cy="228600"/>
          </a:xfrm>
        </p:spPr>
        <p:txBody>
          <a:bodyPr/>
          <a:lstStyle>
            <a:lvl1pPr>
              <a:defRPr/>
            </a:lvl1pPr>
          </a:lstStyle>
          <a:p>
            <a:fld id="{4CABA248-E004-490A-87A7-AF5AE6C8CF6F}" type="slidenum">
              <a:rPr lang="en-US"/>
              <a:pPr/>
              <a:t>‹#›</a:t>
            </a:fld>
            <a:endParaRPr lang="en-US"/>
          </a:p>
        </p:txBody>
      </p:sp>
    </p:spTree>
    <p:extLst>
      <p:ext uri="{BB962C8B-B14F-4D97-AF65-F5344CB8AC3E}">
        <p14:creationId xmlns:p14="http://schemas.microsoft.com/office/powerpoint/2010/main" val="26462404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0">
          <a:blip r:embed="rId4">
            <a:lum/>
          </a:blip>
          <a:srcRect/>
          <a:stretch>
            <a:fillRect/>
          </a:stretch>
        </a:blipFill>
        <a:effectLst/>
      </p:bgPr>
    </p:bg>
    <p:spTree>
      <p:nvGrpSpPr>
        <p:cNvPr id="1" name=""/>
        <p:cNvGrpSpPr/>
        <p:nvPr/>
      </p:nvGrpSpPr>
      <p:grpSpPr>
        <a:xfrm>
          <a:off x="0" y="0"/>
          <a:ext cx="0" cy="0"/>
          <a:chOff x="0" y="0"/>
          <a:chExt cx="0" cy="0"/>
        </a:xfrm>
      </p:grpSpPr>
      <p:grpSp>
        <p:nvGrpSpPr>
          <p:cNvPr id="1103" name="Group 79"/>
          <p:cNvGrpSpPr>
            <a:grpSpLocks/>
          </p:cNvGrpSpPr>
          <p:nvPr/>
        </p:nvGrpSpPr>
        <p:grpSpPr bwMode="auto">
          <a:xfrm>
            <a:off x="914400" y="685800"/>
            <a:ext cx="11277600" cy="260350"/>
            <a:chOff x="2448" y="384"/>
            <a:chExt cx="3312" cy="212"/>
          </a:xfrm>
        </p:grpSpPr>
        <p:sp>
          <p:nvSpPr>
            <p:cNvPr id="1101" name="Rectangle 77"/>
            <p:cNvSpPr>
              <a:spLocks noChangeArrowheads="1"/>
            </p:cNvSpPr>
            <p:nvPr userDrawn="1"/>
          </p:nvSpPr>
          <p:spPr bwMode="gray">
            <a:xfrm>
              <a:off x="2448" y="384"/>
              <a:ext cx="3312" cy="96"/>
            </a:xfrm>
            <a:prstGeom prst="rect">
              <a:avLst/>
            </a:prstGeom>
            <a:gradFill rotWithShape="1">
              <a:gsLst>
                <a:gs pos="0">
                  <a:srgbClr val="969696">
                    <a:gamma/>
                    <a:tint val="0"/>
                    <a:invGamma/>
                    <a:alpha val="0"/>
                  </a:srgbClr>
                </a:gs>
                <a:gs pos="100000">
                  <a:srgbClr val="969696">
                    <a:alpha val="27000"/>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2" name="Rectangle 78"/>
            <p:cNvSpPr>
              <a:spLocks noChangeArrowheads="1"/>
            </p:cNvSpPr>
            <p:nvPr userDrawn="1"/>
          </p:nvSpPr>
          <p:spPr bwMode="gray">
            <a:xfrm>
              <a:off x="2448" y="500"/>
              <a:ext cx="3312" cy="96"/>
            </a:xfrm>
            <a:prstGeom prst="rect">
              <a:avLst/>
            </a:prstGeom>
            <a:gradFill rotWithShape="1">
              <a:gsLst>
                <a:gs pos="0">
                  <a:srgbClr val="969696">
                    <a:gamma/>
                    <a:tint val="0"/>
                    <a:invGamma/>
                    <a:alpha val="0"/>
                  </a:srgbClr>
                </a:gs>
                <a:gs pos="100000">
                  <a:srgbClr val="969696">
                    <a:alpha val="27000"/>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027" name="Rectangle 3"/>
          <p:cNvSpPr>
            <a:spLocks noGrp="1" noChangeArrowheads="1"/>
          </p:cNvSpPr>
          <p:nvPr>
            <p:ph type="body" idx="1"/>
          </p:nvPr>
        </p:nvSpPr>
        <p:spPr bwMode="auto">
          <a:xfrm>
            <a:off x="508000" y="1295400"/>
            <a:ext cx="11074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white">
          <a:xfrm>
            <a:off x="1625600" y="6622078"/>
            <a:ext cx="193040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solidFill>
                  <a:schemeClr val="bg1"/>
                </a:solidFill>
              </a:defRPr>
            </a:lvl1pPr>
          </a:lstStyle>
          <a:p>
            <a:endParaRPr lang="en-US"/>
          </a:p>
        </p:txBody>
      </p:sp>
      <p:sp>
        <p:nvSpPr>
          <p:cNvPr id="1030" name="Rectangle 6"/>
          <p:cNvSpPr>
            <a:spLocks noGrp="1" noChangeArrowheads="1"/>
          </p:cNvSpPr>
          <p:nvPr>
            <p:ph type="sldNum" sz="quarter" idx="4"/>
          </p:nvPr>
        </p:nvSpPr>
        <p:spPr bwMode="white">
          <a:xfrm>
            <a:off x="11250705" y="6619253"/>
            <a:ext cx="96520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solidFill>
                  <a:schemeClr val="bg1"/>
                </a:solidFill>
              </a:defRPr>
            </a:lvl1pPr>
          </a:lstStyle>
          <a:p>
            <a:fld id="{B608ACBE-18DD-4A3E-988B-5FCF99E57120}" type="slidenum">
              <a:rPr lang="en-US"/>
              <a:pPr/>
              <a:t>‹#›</a:t>
            </a:fld>
            <a:endParaRPr lang="en-US"/>
          </a:p>
        </p:txBody>
      </p:sp>
      <p:sp>
        <p:nvSpPr>
          <p:cNvPr id="1026" name="Rectangle 2"/>
          <p:cNvSpPr>
            <a:spLocks noGrp="1" noChangeArrowheads="1"/>
          </p:cNvSpPr>
          <p:nvPr>
            <p:ph type="title"/>
          </p:nvPr>
        </p:nvSpPr>
        <p:spPr bwMode="gray">
          <a:xfrm>
            <a:off x="1219200" y="457201"/>
            <a:ext cx="10058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grpSp>
        <p:nvGrpSpPr>
          <p:cNvPr id="1097" name="Group 73"/>
          <p:cNvGrpSpPr>
            <a:grpSpLocks/>
          </p:cNvGrpSpPr>
          <p:nvPr/>
        </p:nvGrpSpPr>
        <p:grpSpPr bwMode="auto">
          <a:xfrm>
            <a:off x="480484" y="457200"/>
            <a:ext cx="711200" cy="609600"/>
            <a:chOff x="4128" y="1920"/>
            <a:chExt cx="1010" cy="1104"/>
          </a:xfrm>
        </p:grpSpPr>
        <p:sp>
          <p:nvSpPr>
            <p:cNvPr id="1093" name="Freeform 69"/>
            <p:cNvSpPr>
              <a:spLocks/>
            </p:cNvSpPr>
            <p:nvPr userDrawn="1"/>
          </p:nvSpPr>
          <p:spPr bwMode="gray">
            <a:xfrm>
              <a:off x="4128" y="1920"/>
              <a:ext cx="528" cy="530"/>
            </a:xfrm>
            <a:custGeom>
              <a:avLst/>
              <a:gdLst>
                <a:gd name="T0" fmla="*/ 0 w 528"/>
                <a:gd name="T1" fmla="*/ 0 h 530"/>
                <a:gd name="T2" fmla="*/ 0 w 528"/>
                <a:gd name="T3" fmla="*/ 192 h 530"/>
                <a:gd name="T4" fmla="*/ 340 w 528"/>
                <a:gd name="T5" fmla="*/ 530 h 530"/>
                <a:gd name="T6" fmla="*/ 528 w 528"/>
                <a:gd name="T7" fmla="*/ 528 h 530"/>
                <a:gd name="T8" fmla="*/ 528 w 528"/>
                <a:gd name="T9" fmla="*/ 336 h 530"/>
                <a:gd name="T10" fmla="*/ 196 w 528"/>
                <a:gd name="T11" fmla="*/ 0 h 530"/>
                <a:gd name="T12" fmla="*/ 0 w 528"/>
                <a:gd name="T13" fmla="*/ 0 h 530"/>
              </a:gdLst>
              <a:ahLst/>
              <a:cxnLst>
                <a:cxn ang="0">
                  <a:pos x="T0" y="T1"/>
                </a:cxn>
                <a:cxn ang="0">
                  <a:pos x="T2" y="T3"/>
                </a:cxn>
                <a:cxn ang="0">
                  <a:pos x="T4" y="T5"/>
                </a:cxn>
                <a:cxn ang="0">
                  <a:pos x="T6" y="T7"/>
                </a:cxn>
                <a:cxn ang="0">
                  <a:pos x="T8" y="T9"/>
                </a:cxn>
                <a:cxn ang="0">
                  <a:pos x="T10" y="T11"/>
                </a:cxn>
                <a:cxn ang="0">
                  <a:pos x="T12" y="T13"/>
                </a:cxn>
              </a:cxnLst>
              <a:rect l="0" t="0"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94" name="Freeform 70"/>
            <p:cNvSpPr>
              <a:spLocks/>
            </p:cNvSpPr>
            <p:nvPr userDrawn="1"/>
          </p:nvSpPr>
          <p:spPr bwMode="gray">
            <a:xfrm rot="5400000">
              <a:off x="4129" y="2495"/>
              <a:ext cx="528" cy="530"/>
            </a:xfrm>
            <a:custGeom>
              <a:avLst/>
              <a:gdLst>
                <a:gd name="T0" fmla="*/ 0 w 528"/>
                <a:gd name="T1" fmla="*/ 0 h 530"/>
                <a:gd name="T2" fmla="*/ 0 w 528"/>
                <a:gd name="T3" fmla="*/ 192 h 530"/>
                <a:gd name="T4" fmla="*/ 340 w 528"/>
                <a:gd name="T5" fmla="*/ 530 h 530"/>
                <a:gd name="T6" fmla="*/ 528 w 528"/>
                <a:gd name="T7" fmla="*/ 528 h 530"/>
                <a:gd name="T8" fmla="*/ 528 w 528"/>
                <a:gd name="T9" fmla="*/ 336 h 530"/>
                <a:gd name="T10" fmla="*/ 196 w 528"/>
                <a:gd name="T11" fmla="*/ 0 h 530"/>
                <a:gd name="T12" fmla="*/ 0 w 528"/>
                <a:gd name="T13" fmla="*/ 0 h 530"/>
              </a:gdLst>
              <a:ahLst/>
              <a:cxnLst>
                <a:cxn ang="0">
                  <a:pos x="T0" y="T1"/>
                </a:cxn>
                <a:cxn ang="0">
                  <a:pos x="T2" y="T3"/>
                </a:cxn>
                <a:cxn ang="0">
                  <a:pos x="T4" y="T5"/>
                </a:cxn>
                <a:cxn ang="0">
                  <a:pos x="T6" y="T7"/>
                </a:cxn>
                <a:cxn ang="0">
                  <a:pos x="T8" y="T9"/>
                </a:cxn>
                <a:cxn ang="0">
                  <a:pos x="T10" y="T11"/>
                </a:cxn>
                <a:cxn ang="0">
                  <a:pos x="T12" y="T13"/>
                </a:cxn>
              </a:cxnLst>
              <a:rect l="0" t="0"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95" name="Freeform 71"/>
            <p:cNvSpPr>
              <a:spLocks/>
            </p:cNvSpPr>
            <p:nvPr userDrawn="1"/>
          </p:nvSpPr>
          <p:spPr bwMode="gray">
            <a:xfrm>
              <a:off x="4608" y="1920"/>
              <a:ext cx="528" cy="530"/>
            </a:xfrm>
            <a:custGeom>
              <a:avLst/>
              <a:gdLst>
                <a:gd name="T0" fmla="*/ 0 w 528"/>
                <a:gd name="T1" fmla="*/ 0 h 530"/>
                <a:gd name="T2" fmla="*/ 0 w 528"/>
                <a:gd name="T3" fmla="*/ 192 h 530"/>
                <a:gd name="T4" fmla="*/ 340 w 528"/>
                <a:gd name="T5" fmla="*/ 530 h 530"/>
                <a:gd name="T6" fmla="*/ 528 w 528"/>
                <a:gd name="T7" fmla="*/ 528 h 530"/>
                <a:gd name="T8" fmla="*/ 528 w 528"/>
                <a:gd name="T9" fmla="*/ 336 h 530"/>
                <a:gd name="T10" fmla="*/ 196 w 528"/>
                <a:gd name="T11" fmla="*/ 0 h 530"/>
                <a:gd name="T12" fmla="*/ 0 w 528"/>
                <a:gd name="T13" fmla="*/ 0 h 530"/>
              </a:gdLst>
              <a:ahLst/>
              <a:cxnLst>
                <a:cxn ang="0">
                  <a:pos x="T0" y="T1"/>
                </a:cxn>
                <a:cxn ang="0">
                  <a:pos x="T2" y="T3"/>
                </a:cxn>
                <a:cxn ang="0">
                  <a:pos x="T4" y="T5"/>
                </a:cxn>
                <a:cxn ang="0">
                  <a:pos x="T6" y="T7"/>
                </a:cxn>
                <a:cxn ang="0">
                  <a:pos x="T8" y="T9"/>
                </a:cxn>
                <a:cxn ang="0">
                  <a:pos x="T10" y="T11"/>
                </a:cxn>
                <a:cxn ang="0">
                  <a:pos x="T12" y="T13"/>
                </a:cxn>
              </a:cxnLst>
              <a:rect l="0" t="0"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96" name="Freeform 72"/>
            <p:cNvSpPr>
              <a:spLocks/>
            </p:cNvSpPr>
            <p:nvPr userDrawn="1"/>
          </p:nvSpPr>
          <p:spPr bwMode="gray">
            <a:xfrm rot="5400000">
              <a:off x="4609" y="2495"/>
              <a:ext cx="528" cy="530"/>
            </a:xfrm>
            <a:custGeom>
              <a:avLst/>
              <a:gdLst>
                <a:gd name="T0" fmla="*/ 0 w 528"/>
                <a:gd name="T1" fmla="*/ 0 h 530"/>
                <a:gd name="T2" fmla="*/ 0 w 528"/>
                <a:gd name="T3" fmla="*/ 192 h 530"/>
                <a:gd name="T4" fmla="*/ 340 w 528"/>
                <a:gd name="T5" fmla="*/ 530 h 530"/>
                <a:gd name="T6" fmla="*/ 528 w 528"/>
                <a:gd name="T7" fmla="*/ 528 h 530"/>
                <a:gd name="T8" fmla="*/ 528 w 528"/>
                <a:gd name="T9" fmla="*/ 336 h 530"/>
                <a:gd name="T10" fmla="*/ 196 w 528"/>
                <a:gd name="T11" fmla="*/ 0 h 530"/>
                <a:gd name="T12" fmla="*/ 0 w 528"/>
                <a:gd name="T13" fmla="*/ 0 h 530"/>
              </a:gdLst>
              <a:ahLst/>
              <a:cxnLst>
                <a:cxn ang="0">
                  <a:pos x="T0" y="T1"/>
                </a:cxn>
                <a:cxn ang="0">
                  <a:pos x="T2" y="T3"/>
                </a:cxn>
                <a:cxn ang="0">
                  <a:pos x="T4" y="T5"/>
                </a:cxn>
                <a:cxn ang="0">
                  <a:pos x="T6" y="T7"/>
                </a:cxn>
                <a:cxn ang="0">
                  <a:pos x="T8" y="T9"/>
                </a:cxn>
                <a:cxn ang="0">
                  <a:pos x="T10" y="T11"/>
                </a:cxn>
                <a:cxn ang="0">
                  <a:pos x="T12" y="T13"/>
                </a:cxn>
              </a:cxnLst>
              <a:rect l="0" t="0"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5" name="TextBox 14"/>
          <p:cNvSpPr txBox="1"/>
          <p:nvPr userDrawn="1"/>
        </p:nvSpPr>
        <p:spPr>
          <a:xfrm>
            <a:off x="5689600" y="6465366"/>
            <a:ext cx="5537200" cy="307777"/>
          </a:xfrm>
          <a:prstGeom prst="rect">
            <a:avLst/>
          </a:prstGeom>
          <a:noFill/>
        </p:spPr>
        <p:txBody>
          <a:bodyPr wrap="square" rtlCol="0">
            <a:spAutoFit/>
          </a:bodyPr>
          <a:lstStyle/>
          <a:p>
            <a:pPr algn="r"/>
            <a:r>
              <a:rPr lang="en-US" sz="1400" b="1" err="1">
                <a:solidFill>
                  <a:schemeClr val="bg1"/>
                </a:solidFill>
                <a:effectLst>
                  <a:outerShdw blurRad="38100" dist="38100" dir="2700000" algn="tl">
                    <a:srgbClr val="000000">
                      <a:alpha val="43137"/>
                    </a:srgbClr>
                  </a:outerShdw>
                </a:effectLst>
              </a:rPr>
              <a:t>HCMC</a:t>
            </a:r>
            <a:r>
              <a:rPr lang="en-US" sz="1400" b="1">
                <a:solidFill>
                  <a:schemeClr val="bg1"/>
                </a:solidFill>
                <a:effectLst>
                  <a:outerShdw blurRad="38100" dist="38100" dir="2700000" algn="tl">
                    <a:srgbClr val="000000">
                      <a:alpha val="43137"/>
                    </a:srgbClr>
                  </a:outerShdw>
                </a:effectLst>
              </a:rPr>
              <a:t> </a:t>
            </a:r>
            <a:r>
              <a:rPr lang="en-US" sz="1400" b="1" baseline="0">
                <a:solidFill>
                  <a:schemeClr val="bg1"/>
                </a:solidFill>
                <a:effectLst>
                  <a:outerShdw blurRad="38100" dist="38100" dir="2700000" algn="tl">
                    <a:srgbClr val="000000">
                      <a:alpha val="43137"/>
                    </a:srgbClr>
                  </a:outerShdw>
                </a:effectLst>
              </a:rPr>
              <a:t>University of Technology and Education</a:t>
            </a:r>
            <a:endParaRPr lang="en-US" sz="1400" b="1">
              <a:solidFill>
                <a:schemeClr val="bg1"/>
              </a:solidFill>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dt="0"/>
  <p:txStyles>
    <p:title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charset="0"/>
        </a:defRPr>
      </a:lvl2pPr>
      <a:lvl3pPr algn="l" rtl="0" eaLnBrk="1" fontAlgn="base" hangingPunct="1">
        <a:spcBef>
          <a:spcPct val="0"/>
        </a:spcBef>
        <a:spcAft>
          <a:spcPct val="0"/>
        </a:spcAft>
        <a:defRPr sz="2800" b="1">
          <a:solidFill>
            <a:schemeClr val="tx2"/>
          </a:solidFill>
          <a:latin typeface="Arial" charset="0"/>
        </a:defRPr>
      </a:lvl3pPr>
      <a:lvl4pPr algn="l" rtl="0" eaLnBrk="1" fontAlgn="base" hangingPunct="1">
        <a:spcBef>
          <a:spcPct val="0"/>
        </a:spcBef>
        <a:spcAft>
          <a:spcPct val="0"/>
        </a:spcAft>
        <a:defRPr sz="2800" b="1">
          <a:solidFill>
            <a:schemeClr val="tx2"/>
          </a:solidFill>
          <a:latin typeface="Arial" charset="0"/>
        </a:defRPr>
      </a:lvl4pPr>
      <a:lvl5pPr algn="l" rtl="0" eaLnBrk="1" fontAlgn="base" hangingPunct="1">
        <a:spcBef>
          <a:spcPct val="0"/>
        </a:spcBef>
        <a:spcAft>
          <a:spcPct val="0"/>
        </a:spcAft>
        <a:defRPr sz="2800" b="1">
          <a:solidFill>
            <a:schemeClr val="tx2"/>
          </a:solidFill>
          <a:latin typeface="Arial" charset="0"/>
        </a:defRPr>
      </a:lvl5pPr>
      <a:lvl6pPr marL="457200" algn="l" rtl="0" eaLnBrk="1" fontAlgn="base" hangingPunct="1">
        <a:spcBef>
          <a:spcPct val="0"/>
        </a:spcBef>
        <a:spcAft>
          <a:spcPct val="0"/>
        </a:spcAft>
        <a:defRPr sz="2800" b="1">
          <a:solidFill>
            <a:schemeClr val="tx2"/>
          </a:solidFill>
          <a:latin typeface="Arial" charset="0"/>
        </a:defRPr>
      </a:lvl6pPr>
      <a:lvl7pPr marL="914400" algn="l" rtl="0" eaLnBrk="1" fontAlgn="base" hangingPunct="1">
        <a:spcBef>
          <a:spcPct val="0"/>
        </a:spcBef>
        <a:spcAft>
          <a:spcPct val="0"/>
        </a:spcAft>
        <a:defRPr sz="2800" b="1">
          <a:solidFill>
            <a:schemeClr val="tx2"/>
          </a:solidFill>
          <a:latin typeface="Arial" charset="0"/>
        </a:defRPr>
      </a:lvl7pPr>
      <a:lvl8pPr marL="1371600" algn="l" rtl="0" eaLnBrk="1" fontAlgn="base" hangingPunct="1">
        <a:spcBef>
          <a:spcPct val="0"/>
        </a:spcBef>
        <a:spcAft>
          <a:spcPct val="0"/>
        </a:spcAft>
        <a:defRPr sz="2800" b="1">
          <a:solidFill>
            <a:schemeClr val="tx2"/>
          </a:solidFill>
          <a:latin typeface="Arial" charset="0"/>
        </a:defRPr>
      </a:lvl8pPr>
      <a:lvl9pPr marL="1828800" algn="l" rtl="0" eaLnBrk="1" fontAlgn="base" hangingPunct="1">
        <a:spcBef>
          <a:spcPct val="0"/>
        </a:spcBef>
        <a:spcAft>
          <a:spcPct val="0"/>
        </a:spcAft>
        <a:defRPr sz="28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2"/>
        </a:buClr>
        <a:buFont typeface="Wingdings"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Char char="•"/>
        <a:defRPr sz="2000">
          <a:solidFill>
            <a:schemeClr val="tx1"/>
          </a:solidFill>
          <a:latin typeface="+mn-lt"/>
        </a:defRPr>
      </a:lvl3pPr>
      <a:lvl4pPr marL="1600200" indent="-228600" algn="l" rtl="0" eaLnBrk="1" fontAlgn="base" hangingPunct="1">
        <a:spcBef>
          <a:spcPct val="20000"/>
        </a:spcBef>
        <a:spcAft>
          <a:spcPct val="0"/>
        </a:spcAft>
        <a:buChar char="–"/>
        <a:defRPr>
          <a:solidFill>
            <a:schemeClr val="tx1"/>
          </a:solidFill>
          <a:latin typeface="+mn-lt"/>
        </a:defRPr>
      </a:lvl4pPr>
      <a:lvl5pPr marL="2057400" indent="-228600" algn="l" rtl="0" eaLnBrk="1" fontAlgn="base" hangingPunct="1">
        <a:spcBef>
          <a:spcPct val="20000"/>
        </a:spcBef>
        <a:spcAft>
          <a:spcPct val="0"/>
        </a:spcAft>
        <a:buChar char="»"/>
        <a:defRPr>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bwMode="ltGray">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2708" name="Rectangle 4"/>
          <p:cNvSpPr>
            <a:spLocks noGrp="1" noChangeArrowheads="1"/>
          </p:cNvSpPr>
          <p:nvPr>
            <p:ph type="ctrTitle"/>
          </p:nvPr>
        </p:nvSpPr>
        <p:spPr>
          <a:xfrm>
            <a:off x="3200400" y="2143115"/>
            <a:ext cx="8763000" cy="2200285"/>
          </a:xfrm>
        </p:spPr>
        <p:txBody>
          <a:bodyPr/>
          <a:lstStyle/>
          <a:p>
            <a:pPr algn="ctr">
              <a:lnSpc>
                <a:spcPct val="150000"/>
              </a:lnSpc>
            </a:pPr>
            <a:r>
              <a:rPr lang="en-US" sz="3200" smtClean="0">
                <a:solidFill>
                  <a:srgbClr val="FF0000"/>
                </a:solidFill>
              </a:rPr>
              <a:t>PHÁT TRIỂN ỨNG DỤNG DI ĐỘNG</a:t>
            </a:r>
            <a:r>
              <a:rPr lang="vi-VN" sz="3200" smtClean="0">
                <a:solidFill>
                  <a:srgbClr val="FF0000"/>
                </a:solidFill>
              </a:rPr>
              <a:t/>
            </a:r>
            <a:br>
              <a:rPr lang="vi-VN" sz="3200" smtClean="0">
                <a:solidFill>
                  <a:srgbClr val="FF0000"/>
                </a:solidFill>
              </a:rPr>
            </a:br>
            <a:r>
              <a:rPr lang="vi-VN" sz="2800" smtClean="0">
                <a:solidFill>
                  <a:srgbClr val="FF0000"/>
                </a:solidFill>
              </a:rPr>
              <a:t>BÃI ĐỖ XE THÔNG MINH</a:t>
            </a:r>
            <a:endParaRPr lang="en-US" sz="2800" dirty="0">
              <a:solidFill>
                <a:srgbClr val="FF0000"/>
              </a:solidFill>
            </a:endParaRPr>
          </a:p>
        </p:txBody>
      </p:sp>
      <p:sp>
        <p:nvSpPr>
          <p:cNvPr id="72710" name="Text Box 6"/>
          <p:cNvSpPr txBox="1">
            <a:spLocks noChangeArrowheads="1"/>
          </p:cNvSpPr>
          <p:nvPr/>
        </p:nvSpPr>
        <p:spPr bwMode="auto">
          <a:xfrm>
            <a:off x="6934200" y="4343400"/>
            <a:ext cx="3265638" cy="49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50000"/>
              </a:lnSpc>
            </a:pPr>
            <a:r>
              <a:rPr lang="en-US" sz="2000" b="1">
                <a:solidFill>
                  <a:schemeClr val="accent2"/>
                </a:solidFill>
                <a:latin typeface="Tahoma" panose="020B0604030504040204" pitchFamily="34" charset="0"/>
                <a:ea typeface="Tahoma" panose="020B0604030504040204" pitchFamily="34" charset="0"/>
                <a:cs typeface="Tahoma" panose="020B0604030504040204" pitchFamily="34" charset="0"/>
              </a:rPr>
              <a:t>Guide: </a:t>
            </a:r>
            <a:r>
              <a:rPr lang="en-US" sz="2000" b="1" dirty="0" err="1">
                <a:solidFill>
                  <a:schemeClr val="accent2"/>
                </a:solidFill>
                <a:latin typeface="Tahoma" panose="020B0604030504040204" pitchFamily="34" charset="0"/>
                <a:ea typeface="Tahoma" panose="020B0604030504040204" pitchFamily="34" charset="0"/>
                <a:cs typeface="Tahoma" panose="020B0604030504040204" pitchFamily="34" charset="0"/>
              </a:rPr>
              <a:t>Huỳnh</a:t>
            </a:r>
            <a:r>
              <a:rPr lang="en-US" sz="2000" b="1">
                <a:solidFill>
                  <a:schemeClr val="accent2"/>
                </a:solidFill>
                <a:latin typeface="Tahoma" panose="020B0604030504040204" pitchFamily="34" charset="0"/>
                <a:ea typeface="Tahoma" panose="020B0604030504040204" pitchFamily="34" charset="0"/>
                <a:cs typeface="Tahoma" panose="020B0604030504040204" pitchFamily="34" charset="0"/>
              </a:rPr>
              <a:t> Hoàng Hà</a:t>
            </a:r>
            <a:endParaRPr lang="en-US" sz="2000" b="1" dirty="0">
              <a:solidFill>
                <a:schemeClr val="accent2"/>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p:cNvPicPr>
            <a:picLocks noChangeAspect="1"/>
          </p:cNvPicPr>
          <p:nvPr/>
        </p:nvPicPr>
        <p:blipFill rotWithShape="1">
          <a:blip r:embed="rId4"/>
          <a:srcRect r="1875" b="21754"/>
          <a:stretch/>
        </p:blipFill>
        <p:spPr>
          <a:xfrm>
            <a:off x="0" y="0"/>
            <a:ext cx="12192000" cy="147546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371600" y="494177"/>
            <a:ext cx="10058400" cy="563563"/>
          </a:xfrm>
        </p:spPr>
        <p:txBody>
          <a:bodyPr/>
          <a:lstStyle/>
          <a:p>
            <a:r>
              <a:rPr lang="en-US"/>
              <a:t> Sơ đồ kiến trúc tổng thể của hệ thống</a:t>
            </a:r>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pic>
        <p:nvPicPr>
          <p:cNvPr id="6" name="Content Placeholder 5"/>
          <p:cNvPicPr>
            <a:picLocks noGrp="1"/>
          </p:cNvPicPr>
          <p:nvPr>
            <p:ph idx="1"/>
          </p:nvPr>
        </p:nvPicPr>
        <p:blipFill>
          <a:blip r:embed="rId3"/>
          <a:stretch>
            <a:fillRect/>
          </a:stretch>
        </p:blipFill>
        <p:spPr>
          <a:xfrm>
            <a:off x="5867400" y="1026710"/>
            <a:ext cx="6182513" cy="5010775"/>
          </a:xfrm>
          <a:prstGeom prst="rect">
            <a:avLst/>
          </a:prstGeom>
        </p:spPr>
      </p:pic>
      <p:sp>
        <p:nvSpPr>
          <p:cNvPr id="4" name="TextBox 3"/>
          <p:cNvSpPr txBox="1"/>
          <p:nvPr/>
        </p:nvSpPr>
        <p:spPr>
          <a:xfrm>
            <a:off x="914400" y="1905000"/>
            <a:ext cx="5334000" cy="3785652"/>
          </a:xfrm>
          <a:prstGeom prst="rect">
            <a:avLst/>
          </a:prstGeom>
          <a:noFill/>
        </p:spPr>
        <p:txBody>
          <a:bodyPr wrap="square" rtlCol="0">
            <a:spAutoFit/>
          </a:bodyPr>
          <a:lstStyle/>
          <a:p>
            <a:pPr>
              <a:lnSpc>
                <a:spcPct val="150000"/>
              </a:lnSpc>
            </a:pPr>
            <a:r>
              <a:rPr lang="vi-VN" sz="2000" smtClean="0"/>
              <a:t>LỚP ỨNG DỤNG :</a:t>
            </a:r>
          </a:p>
          <a:p>
            <a:pPr marL="285750" indent="-285750">
              <a:lnSpc>
                <a:spcPct val="150000"/>
              </a:lnSpc>
              <a:buFont typeface="Arial" panose="020B0604020202020204" pitchFamily="34" charset="0"/>
              <a:buChar char="•"/>
            </a:pPr>
            <a:r>
              <a:rPr lang="vi-VN" sz="2000" smtClean="0"/>
              <a:t>Camera </a:t>
            </a:r>
          </a:p>
          <a:p>
            <a:pPr marL="285750" indent="-285750">
              <a:lnSpc>
                <a:spcPct val="150000"/>
              </a:lnSpc>
              <a:buFont typeface="Arial" panose="020B0604020202020204" pitchFamily="34" charset="0"/>
              <a:buChar char="•"/>
            </a:pPr>
            <a:r>
              <a:rPr lang="vi-VN" sz="2000" smtClean="0"/>
              <a:t>Giao diện giám sát</a:t>
            </a:r>
          </a:p>
          <a:p>
            <a:pPr>
              <a:lnSpc>
                <a:spcPct val="150000"/>
              </a:lnSpc>
            </a:pPr>
            <a:r>
              <a:rPr lang="vi-VN" sz="2000" smtClean="0"/>
              <a:t>LỚP XỬ LÝ : Server đặt tại laptop</a:t>
            </a:r>
          </a:p>
          <a:p>
            <a:pPr>
              <a:lnSpc>
                <a:spcPct val="150000"/>
              </a:lnSpc>
            </a:pPr>
            <a:r>
              <a:rPr lang="vi-VN" sz="2000" smtClean="0"/>
              <a:t>LỚP THIẾT BỊ :</a:t>
            </a:r>
          </a:p>
          <a:p>
            <a:pPr marL="285750" indent="-285750">
              <a:lnSpc>
                <a:spcPct val="150000"/>
              </a:lnSpc>
              <a:buFont typeface="Arial" panose="020B0604020202020204" pitchFamily="34" charset="0"/>
              <a:buChar char="•"/>
            </a:pPr>
            <a:r>
              <a:rPr lang="vi-VN" sz="2000" smtClean="0"/>
              <a:t>Thẻ RFID</a:t>
            </a:r>
          </a:p>
          <a:p>
            <a:pPr marL="285750" indent="-285750">
              <a:lnSpc>
                <a:spcPct val="150000"/>
              </a:lnSpc>
              <a:buFont typeface="Arial" panose="020B0604020202020204" pitchFamily="34" charset="0"/>
              <a:buChar char="•"/>
            </a:pPr>
            <a:r>
              <a:rPr lang="vi-VN" sz="2000" smtClean="0"/>
              <a:t>VDK ESP32</a:t>
            </a:r>
          </a:p>
          <a:p>
            <a:pPr marL="285750" indent="-285750">
              <a:lnSpc>
                <a:spcPct val="150000"/>
              </a:lnSpc>
              <a:buFont typeface="Arial" panose="020B0604020202020204" pitchFamily="34" charset="0"/>
              <a:buChar char="•"/>
            </a:pPr>
            <a:r>
              <a:rPr lang="vi-VN" sz="2000" smtClean="0"/>
              <a:t>Servo</a:t>
            </a:r>
          </a:p>
        </p:txBody>
      </p:sp>
    </p:spTree>
    <p:extLst>
      <p:ext uri="{BB962C8B-B14F-4D97-AF65-F5344CB8AC3E}">
        <p14:creationId xmlns:p14="http://schemas.microsoft.com/office/powerpoint/2010/main" val="14068003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en-US"/>
              <a:t>Sơ đồ đấu nối ESP32 với RC522 và </a:t>
            </a:r>
            <a:r>
              <a:rPr lang="en-US" smtClean="0"/>
              <a:t>servo</a:t>
            </a:r>
            <a:endParaRPr lang="en-US"/>
          </a:p>
        </p:txBody>
      </p:sp>
      <p:sp>
        <p:nvSpPr>
          <p:cNvPr id="3" name="Content Placeholder 2"/>
          <p:cNvSpPr>
            <a:spLocks noGrp="1"/>
          </p:cNvSpPr>
          <p:nvPr>
            <p:ph idx="1"/>
          </p:nvPr>
        </p:nvSpPr>
        <p:spPr/>
        <p:txBody>
          <a:bodyPr/>
          <a:lstStyle/>
          <a:p>
            <a:r>
              <a:rPr lang="vi-VN" smtClean="0"/>
              <a:t>Lớp thiết bị</a:t>
            </a:r>
          </a:p>
          <a:p>
            <a:endParaRPr lang="en-US"/>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pic>
        <p:nvPicPr>
          <p:cNvPr id="7" name="Picture 6"/>
          <p:cNvPicPr/>
          <p:nvPr/>
        </p:nvPicPr>
        <p:blipFill>
          <a:blip r:embed="rId3"/>
          <a:stretch>
            <a:fillRect/>
          </a:stretch>
        </p:blipFill>
        <p:spPr>
          <a:xfrm>
            <a:off x="2819401" y="2209800"/>
            <a:ext cx="7010400" cy="3581400"/>
          </a:xfrm>
          <a:prstGeom prst="rect">
            <a:avLst/>
          </a:prstGeom>
        </p:spPr>
      </p:pic>
    </p:spTree>
    <p:extLst>
      <p:ext uri="{BB962C8B-B14F-4D97-AF65-F5344CB8AC3E}">
        <p14:creationId xmlns:p14="http://schemas.microsoft.com/office/powerpoint/2010/main" val="15625497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en-US"/>
              <a:t>Quy trình nhận dạng biển số trên </a:t>
            </a:r>
            <a:r>
              <a:rPr lang="vi-VN" smtClean="0"/>
              <a:t>s</a:t>
            </a:r>
            <a:r>
              <a:rPr lang="en-US" smtClean="0"/>
              <a:t>erver</a:t>
            </a:r>
            <a:endParaRPr lang="en-US"/>
          </a:p>
        </p:txBody>
      </p:sp>
      <p:sp>
        <p:nvSpPr>
          <p:cNvPr id="3" name="Content Placeholder 2"/>
          <p:cNvSpPr>
            <a:spLocks noGrp="1"/>
          </p:cNvSpPr>
          <p:nvPr>
            <p:ph idx="1"/>
          </p:nvPr>
        </p:nvSpPr>
        <p:spPr/>
        <p:txBody>
          <a:bodyPr/>
          <a:lstStyle/>
          <a:p>
            <a:endParaRPr lang="vi-VN" smtClean="0"/>
          </a:p>
          <a:p>
            <a:endParaRPr lang="en-US"/>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pic>
        <p:nvPicPr>
          <p:cNvPr id="6" name="Picture 5"/>
          <p:cNvPicPr/>
          <p:nvPr/>
        </p:nvPicPr>
        <p:blipFill>
          <a:blip r:embed="rId3"/>
          <a:stretch>
            <a:fillRect/>
          </a:stretch>
        </p:blipFill>
        <p:spPr>
          <a:xfrm>
            <a:off x="1714500" y="1143000"/>
            <a:ext cx="8763000" cy="4724400"/>
          </a:xfrm>
          <a:prstGeom prst="rect">
            <a:avLst/>
          </a:prstGeom>
        </p:spPr>
      </p:pic>
    </p:spTree>
    <p:extLst>
      <p:ext uri="{BB962C8B-B14F-4D97-AF65-F5344CB8AC3E}">
        <p14:creationId xmlns:p14="http://schemas.microsoft.com/office/powerpoint/2010/main" val="37726761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en-US"/>
              <a:t>Giao diện ứng dụng di động</a:t>
            </a:r>
          </a:p>
        </p:txBody>
      </p:sp>
      <p:sp>
        <p:nvSpPr>
          <p:cNvPr id="3" name="Content Placeholder 2"/>
          <p:cNvSpPr>
            <a:spLocks noGrp="1"/>
          </p:cNvSpPr>
          <p:nvPr>
            <p:ph idx="1"/>
          </p:nvPr>
        </p:nvSpPr>
        <p:spPr/>
        <p:txBody>
          <a:bodyPr/>
          <a:lstStyle/>
          <a:p>
            <a:r>
              <a:rPr lang="vi-VN" smtClean="0"/>
              <a:t>Moble app</a:t>
            </a:r>
          </a:p>
          <a:p>
            <a:endParaRPr lang="en-US"/>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pic>
        <p:nvPicPr>
          <p:cNvPr id="11" name="Picture 10"/>
          <p:cNvPicPr/>
          <p:nvPr/>
        </p:nvPicPr>
        <p:blipFill>
          <a:blip r:embed="rId3"/>
          <a:stretch>
            <a:fillRect/>
          </a:stretch>
        </p:blipFill>
        <p:spPr>
          <a:xfrm>
            <a:off x="4129723" y="1975802"/>
            <a:ext cx="2347277" cy="4196398"/>
          </a:xfrm>
          <a:prstGeom prst="rect">
            <a:avLst/>
          </a:prstGeom>
        </p:spPr>
      </p:pic>
      <p:pic>
        <p:nvPicPr>
          <p:cNvPr id="12" name="Picture 11"/>
          <p:cNvPicPr/>
          <p:nvPr/>
        </p:nvPicPr>
        <p:blipFill>
          <a:blip r:embed="rId4"/>
          <a:stretch>
            <a:fillRect/>
          </a:stretch>
        </p:blipFill>
        <p:spPr>
          <a:xfrm>
            <a:off x="1501458" y="1975802"/>
            <a:ext cx="2583816" cy="4196398"/>
          </a:xfrm>
          <a:prstGeom prst="rect">
            <a:avLst/>
          </a:prstGeom>
        </p:spPr>
      </p:pic>
      <p:pic>
        <p:nvPicPr>
          <p:cNvPr id="13" name="Picture 12"/>
          <p:cNvPicPr/>
          <p:nvPr/>
        </p:nvPicPr>
        <p:blipFill>
          <a:blip r:embed="rId5"/>
          <a:stretch>
            <a:fillRect/>
          </a:stretch>
        </p:blipFill>
        <p:spPr>
          <a:xfrm>
            <a:off x="6491923" y="1975802"/>
            <a:ext cx="2118677" cy="4196398"/>
          </a:xfrm>
          <a:prstGeom prst="rect">
            <a:avLst/>
          </a:prstGeom>
        </p:spPr>
      </p:pic>
      <p:pic>
        <p:nvPicPr>
          <p:cNvPr id="14" name="Picture 13"/>
          <p:cNvPicPr/>
          <p:nvPr/>
        </p:nvPicPr>
        <p:blipFill>
          <a:blip r:embed="rId6"/>
          <a:stretch>
            <a:fillRect/>
          </a:stretch>
        </p:blipFill>
        <p:spPr>
          <a:xfrm>
            <a:off x="8625523" y="1975802"/>
            <a:ext cx="2118677" cy="4196398"/>
          </a:xfrm>
          <a:prstGeom prst="rect">
            <a:avLst/>
          </a:prstGeom>
        </p:spPr>
      </p:pic>
    </p:spTree>
    <p:extLst>
      <p:ext uri="{BB962C8B-B14F-4D97-AF65-F5344CB8AC3E}">
        <p14:creationId xmlns:p14="http://schemas.microsoft.com/office/powerpoint/2010/main" val="11962216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en-US"/>
              <a:t>Các kênh giao tiếp trong hệ thống</a:t>
            </a:r>
          </a:p>
        </p:txBody>
      </p:sp>
      <p:sp>
        <p:nvSpPr>
          <p:cNvPr id="3" name="Content Placeholder 2"/>
          <p:cNvSpPr>
            <a:spLocks noGrp="1"/>
          </p:cNvSpPr>
          <p:nvPr>
            <p:ph idx="1"/>
          </p:nvPr>
        </p:nvSpPr>
        <p:spPr/>
        <p:txBody>
          <a:bodyPr/>
          <a:lstStyle/>
          <a:p>
            <a:endParaRPr lang="vi-VN" smtClean="0"/>
          </a:p>
          <a:p>
            <a:endParaRPr lang="en-US"/>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2259780933"/>
              </p:ext>
            </p:extLst>
          </p:nvPr>
        </p:nvGraphicFramePr>
        <p:xfrm>
          <a:off x="1524000" y="1371599"/>
          <a:ext cx="9107169" cy="4802257"/>
        </p:xfrm>
        <a:graphic>
          <a:graphicData uri="http://schemas.openxmlformats.org/drawingml/2006/table">
            <a:tbl>
              <a:tblPr firstRow="1" firstCol="1" bandRow="1">
                <a:tableStyleId>{5C22544A-7EE6-4342-B048-85BDC9FD1C3A}</a:tableStyleId>
              </a:tblPr>
              <a:tblGrid>
                <a:gridCol w="2429356">
                  <a:extLst>
                    <a:ext uri="{9D8B030D-6E8A-4147-A177-3AD203B41FA5}">
                      <a16:colId xmlns:a16="http://schemas.microsoft.com/office/drawing/2014/main" val="3898370060"/>
                    </a:ext>
                  </a:extLst>
                </a:gridCol>
                <a:gridCol w="2429356">
                  <a:extLst>
                    <a:ext uri="{9D8B030D-6E8A-4147-A177-3AD203B41FA5}">
                      <a16:colId xmlns:a16="http://schemas.microsoft.com/office/drawing/2014/main" val="725278320"/>
                    </a:ext>
                  </a:extLst>
                </a:gridCol>
                <a:gridCol w="1846310">
                  <a:extLst>
                    <a:ext uri="{9D8B030D-6E8A-4147-A177-3AD203B41FA5}">
                      <a16:colId xmlns:a16="http://schemas.microsoft.com/office/drawing/2014/main" val="2214779264"/>
                    </a:ext>
                  </a:extLst>
                </a:gridCol>
                <a:gridCol w="2402147">
                  <a:extLst>
                    <a:ext uri="{9D8B030D-6E8A-4147-A177-3AD203B41FA5}">
                      <a16:colId xmlns:a16="http://schemas.microsoft.com/office/drawing/2014/main" val="2420940992"/>
                    </a:ext>
                  </a:extLst>
                </a:gridCol>
              </a:tblGrid>
              <a:tr h="410123">
                <a:tc>
                  <a:txBody>
                    <a:bodyPr/>
                    <a:lstStyle/>
                    <a:p>
                      <a:pPr marL="0" marR="0" indent="0" algn="ctr">
                        <a:lnSpc>
                          <a:spcPct val="150000"/>
                        </a:lnSpc>
                        <a:spcBef>
                          <a:spcPts val="200"/>
                        </a:spcBef>
                        <a:spcAft>
                          <a:spcPts val="200"/>
                        </a:spcAft>
                      </a:pPr>
                      <a:r>
                        <a:rPr lang="en-US" sz="1200">
                          <a:effectLst/>
                        </a:rPr>
                        <a:t>Kênh</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Giao thức / định dạng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Hướng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Nội dung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6788998"/>
                  </a:ext>
                </a:extLst>
              </a:tr>
              <a:tr h="410123">
                <a:tc>
                  <a:txBody>
                    <a:bodyPr/>
                    <a:lstStyle/>
                    <a:p>
                      <a:pPr marL="0" marR="0" indent="0" algn="l">
                        <a:lnSpc>
                          <a:spcPct val="150000"/>
                        </a:lnSpc>
                        <a:spcBef>
                          <a:spcPts val="200"/>
                        </a:spcBef>
                        <a:spcAft>
                          <a:spcPts val="200"/>
                        </a:spcAft>
                      </a:pPr>
                      <a:r>
                        <a:rPr lang="en-US" sz="1200">
                          <a:effectLst/>
                        </a:rPr>
                        <a:t>RC522 – ESP32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SPI</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RC522 → ESP32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UID của thẻ</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192612180"/>
                  </a:ext>
                </a:extLst>
              </a:tr>
              <a:tr h="727291">
                <a:tc>
                  <a:txBody>
                    <a:bodyPr/>
                    <a:lstStyle/>
                    <a:p>
                      <a:pPr marL="0" marR="0" indent="0" algn="l">
                        <a:lnSpc>
                          <a:spcPct val="150000"/>
                        </a:lnSpc>
                        <a:spcBef>
                          <a:spcPts val="200"/>
                        </a:spcBef>
                        <a:spcAft>
                          <a:spcPts val="200"/>
                        </a:spcAft>
                      </a:pPr>
                      <a:r>
                        <a:rPr lang="en-US" sz="1200">
                          <a:effectLst/>
                        </a:rPr>
                        <a:t>ESP32 – Server</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HTTP POST, JSON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ESP32 → Server</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UID (/esp/scan), tín hiệu hoạt động (/esp/ping)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415419785"/>
                  </a:ext>
                </a:extLst>
              </a:tr>
              <a:tr h="628345">
                <a:tc>
                  <a:txBody>
                    <a:bodyPr/>
                    <a:lstStyle/>
                    <a:p>
                      <a:pPr marL="0" marR="0" indent="0" algn="l">
                        <a:lnSpc>
                          <a:spcPct val="150000"/>
                        </a:lnSpc>
                        <a:spcBef>
                          <a:spcPts val="200"/>
                        </a:spcBef>
                        <a:spcAft>
                          <a:spcPts val="200"/>
                        </a:spcAft>
                      </a:pPr>
                      <a:r>
                        <a:rPr lang="en-US" sz="1200">
                          <a:effectLst/>
                        </a:rPr>
                        <a:t>Ứng dụng – Server (nhận biết lượt quẹt)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HTTP GET, JSON, thăm dò 1 giây</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Ứng dụng → Server</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Lượt quét gần nhất (/scan/last)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014025436"/>
                  </a:ext>
                </a:extLst>
              </a:tr>
              <a:tr h="602043">
                <a:tc>
                  <a:txBody>
                    <a:bodyPr/>
                    <a:lstStyle/>
                    <a:p>
                      <a:pPr marL="0" marR="0" indent="0" algn="l">
                        <a:lnSpc>
                          <a:spcPct val="150000"/>
                        </a:lnSpc>
                        <a:spcBef>
                          <a:spcPts val="200"/>
                        </a:spcBef>
                        <a:spcAft>
                          <a:spcPts val="200"/>
                        </a:spcAft>
                      </a:pPr>
                      <a:r>
                        <a:rPr lang="en-US" sz="1200">
                          <a:effectLst/>
                        </a:rPr>
                        <a:t>Ứng dụng – Server (nhận dạng)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HTTP POST, multipart/form-data</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Ứng dụng → Server</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Ảnh JPEG, nhận lại biển số</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519902357"/>
                  </a:ext>
                </a:extLst>
              </a:tr>
              <a:tr h="602043">
                <a:tc>
                  <a:txBody>
                    <a:bodyPr/>
                    <a:lstStyle/>
                    <a:p>
                      <a:pPr marL="0" marR="0" indent="0" algn="l">
                        <a:lnSpc>
                          <a:spcPct val="150000"/>
                        </a:lnSpc>
                        <a:spcBef>
                          <a:spcPts val="200"/>
                        </a:spcBef>
                        <a:spcAft>
                          <a:spcPts val="200"/>
                        </a:spcAft>
                      </a:pPr>
                      <a:r>
                        <a:rPr lang="en-US" sz="1200">
                          <a:effectLst/>
                        </a:rPr>
                        <a:t>Ứng dụng – Server (nghiệp vụ)</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HTTP POST, JSON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Ứng dụng → Server</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UID và biển số (/checkin, /checkout)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995739291"/>
                  </a:ext>
                </a:extLst>
              </a:tr>
              <a:tr h="602043">
                <a:tc>
                  <a:txBody>
                    <a:bodyPr/>
                    <a:lstStyle/>
                    <a:p>
                      <a:pPr marL="0" marR="0" indent="0" algn="l">
                        <a:lnSpc>
                          <a:spcPct val="150000"/>
                        </a:lnSpc>
                        <a:spcBef>
                          <a:spcPts val="200"/>
                        </a:spcBef>
                        <a:spcAft>
                          <a:spcPts val="200"/>
                        </a:spcAft>
                      </a:pPr>
                      <a:r>
                        <a:rPr lang="en-US" sz="1200">
                          <a:effectLst/>
                        </a:rPr>
                        <a:t>Ứng dụng – Server (dữ liệu)</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HTTP GET, JSON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Ứng dụng → Server</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Xe đang gửi, lịch sử, thẻ, trạng thái</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71918867"/>
                  </a:ext>
                </a:extLst>
              </a:tr>
              <a:tr h="410123">
                <a:tc>
                  <a:txBody>
                    <a:bodyPr/>
                    <a:lstStyle/>
                    <a:p>
                      <a:pPr marL="0" marR="0" indent="0" algn="l">
                        <a:lnSpc>
                          <a:spcPct val="150000"/>
                        </a:lnSpc>
                        <a:spcBef>
                          <a:spcPts val="200"/>
                        </a:spcBef>
                        <a:spcAft>
                          <a:spcPts val="200"/>
                        </a:spcAft>
                      </a:pPr>
                      <a:r>
                        <a:rPr lang="en-US" sz="1200">
                          <a:effectLst/>
                        </a:rPr>
                        <a:t>Server – ESP32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HTTP</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Server → ESP32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Lệnh mở servo</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786008976"/>
                  </a:ext>
                </a:extLst>
              </a:tr>
              <a:tr h="410123">
                <a:tc>
                  <a:txBody>
                    <a:bodyPr/>
                    <a:lstStyle/>
                    <a:p>
                      <a:pPr marL="0" marR="0" indent="0" algn="l">
                        <a:lnSpc>
                          <a:spcPct val="150000"/>
                        </a:lnSpc>
                        <a:spcBef>
                          <a:spcPts val="200"/>
                        </a:spcBef>
                        <a:spcAft>
                          <a:spcPts val="200"/>
                        </a:spcAft>
                      </a:pPr>
                      <a:r>
                        <a:rPr lang="en-US" sz="1200">
                          <a:effectLst/>
                        </a:rPr>
                        <a:t>ESP32 – Servo</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PWM</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ESP32 → Servo</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Góc quay đóng/mở</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15611534"/>
                  </a:ext>
                </a:extLst>
              </a:tr>
            </a:tbl>
          </a:graphicData>
        </a:graphic>
      </p:graphicFrame>
    </p:spTree>
    <p:extLst>
      <p:ext uri="{BB962C8B-B14F-4D97-AF65-F5344CB8AC3E}">
        <p14:creationId xmlns:p14="http://schemas.microsoft.com/office/powerpoint/2010/main" val="38062860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en-US"/>
              <a:t>Mô hình phần cứng sau khi lắp ráp</a:t>
            </a:r>
          </a:p>
        </p:txBody>
      </p:sp>
      <p:sp>
        <p:nvSpPr>
          <p:cNvPr id="3" name="Content Placeholder 2"/>
          <p:cNvSpPr>
            <a:spLocks noGrp="1"/>
          </p:cNvSpPr>
          <p:nvPr>
            <p:ph idx="1"/>
          </p:nvPr>
        </p:nvSpPr>
        <p:spPr/>
        <p:txBody>
          <a:bodyPr/>
          <a:lstStyle/>
          <a:p>
            <a:pPr marL="0" indent="0">
              <a:buNone/>
            </a:pPr>
            <a:endParaRPr lang="en-US"/>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pic>
        <p:nvPicPr>
          <p:cNvPr id="6" name="Picture 5"/>
          <p:cNvPicPr/>
          <p:nvPr/>
        </p:nvPicPr>
        <p:blipFill rotWithShape="1">
          <a:blip r:embed="rId3"/>
          <a:srcRect l="13260" t="12499" r="1919" b="3529"/>
          <a:stretch/>
        </p:blipFill>
        <p:spPr bwMode="auto">
          <a:xfrm rot="16200000">
            <a:off x="3309621" y="346075"/>
            <a:ext cx="4724400" cy="692404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637778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vi-VN" smtClean="0"/>
              <a:t>Kết quả, đánh giá</a:t>
            </a:r>
            <a:endParaRPr lang="en-US"/>
          </a:p>
        </p:txBody>
      </p:sp>
      <p:sp>
        <p:nvSpPr>
          <p:cNvPr id="3" name="Content Placeholder 2"/>
          <p:cNvSpPr>
            <a:spLocks noGrp="1"/>
          </p:cNvSpPr>
          <p:nvPr>
            <p:ph idx="1"/>
          </p:nvPr>
        </p:nvSpPr>
        <p:spPr/>
        <p:txBody>
          <a:bodyPr/>
          <a:lstStyle/>
          <a:p>
            <a:r>
              <a:rPr lang="en-US"/>
              <a:t>Kết quả các kịch bản kiểm thử</a:t>
            </a:r>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3878633611"/>
              </p:ext>
            </p:extLst>
          </p:nvPr>
        </p:nvGraphicFramePr>
        <p:xfrm>
          <a:off x="1524000" y="1982853"/>
          <a:ext cx="7391399" cy="4191003"/>
        </p:xfrm>
        <a:graphic>
          <a:graphicData uri="http://schemas.openxmlformats.org/drawingml/2006/table">
            <a:tbl>
              <a:tblPr firstRow="1" firstCol="1" bandRow="1">
                <a:tableStyleId>{5C22544A-7EE6-4342-B048-85BDC9FD1C3A}</a:tableStyleId>
              </a:tblPr>
              <a:tblGrid>
                <a:gridCol w="630935">
                  <a:extLst>
                    <a:ext uri="{9D8B030D-6E8A-4147-A177-3AD203B41FA5}">
                      <a16:colId xmlns:a16="http://schemas.microsoft.com/office/drawing/2014/main" val="1512617113"/>
                    </a:ext>
                  </a:extLst>
                </a:gridCol>
                <a:gridCol w="2760339">
                  <a:extLst>
                    <a:ext uri="{9D8B030D-6E8A-4147-A177-3AD203B41FA5}">
                      <a16:colId xmlns:a16="http://schemas.microsoft.com/office/drawing/2014/main" val="1560342594"/>
                    </a:ext>
                  </a:extLst>
                </a:gridCol>
                <a:gridCol w="1340736">
                  <a:extLst>
                    <a:ext uri="{9D8B030D-6E8A-4147-A177-3AD203B41FA5}">
                      <a16:colId xmlns:a16="http://schemas.microsoft.com/office/drawing/2014/main" val="3832821609"/>
                    </a:ext>
                  </a:extLst>
                </a:gridCol>
                <a:gridCol w="1340736">
                  <a:extLst>
                    <a:ext uri="{9D8B030D-6E8A-4147-A177-3AD203B41FA5}">
                      <a16:colId xmlns:a16="http://schemas.microsoft.com/office/drawing/2014/main" val="2326943760"/>
                    </a:ext>
                  </a:extLst>
                </a:gridCol>
                <a:gridCol w="1318653">
                  <a:extLst>
                    <a:ext uri="{9D8B030D-6E8A-4147-A177-3AD203B41FA5}">
                      <a16:colId xmlns:a16="http://schemas.microsoft.com/office/drawing/2014/main" val="2592448103"/>
                    </a:ext>
                  </a:extLst>
                </a:gridCol>
              </a:tblGrid>
              <a:tr h="465667">
                <a:tc>
                  <a:txBody>
                    <a:bodyPr/>
                    <a:lstStyle/>
                    <a:p>
                      <a:pPr marL="0" marR="0" indent="0" algn="ctr">
                        <a:lnSpc>
                          <a:spcPct val="150000"/>
                        </a:lnSpc>
                        <a:spcBef>
                          <a:spcPts val="200"/>
                        </a:spcBef>
                        <a:spcAft>
                          <a:spcPts val="200"/>
                        </a:spcAft>
                      </a:pPr>
                      <a:r>
                        <a:rPr lang="en-US" sz="1200">
                          <a:effectLst/>
                        </a:rPr>
                        <a:t>Mã</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Kịch bản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Số lần thử</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Số lần đạt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Tỉ lệ đạt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74752549"/>
                  </a:ext>
                </a:extLst>
              </a:tr>
              <a:tr h="465667">
                <a:tc>
                  <a:txBody>
                    <a:bodyPr/>
                    <a:lstStyle/>
                    <a:p>
                      <a:pPr marL="0" marR="0" indent="0" algn="ctr">
                        <a:lnSpc>
                          <a:spcPct val="150000"/>
                        </a:lnSpc>
                        <a:spcBef>
                          <a:spcPts val="200"/>
                        </a:spcBef>
                        <a:spcAft>
                          <a:spcPts val="200"/>
                        </a:spcAft>
                      </a:pPr>
                      <a:r>
                        <a:rPr lang="en-US" sz="1200">
                          <a:effectLst/>
                        </a:rPr>
                        <a:t>KB1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Xe vào lần đầu</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0"/>
                        </a:spcBef>
                        <a:spcAft>
                          <a:spcPts val="0"/>
                        </a:spcAft>
                      </a:pPr>
                      <a:r>
                        <a:rPr lang="en-US" sz="1200">
                          <a:effectLst/>
                        </a:rPr>
                        <a:t>20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19</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269875" algn="just">
                        <a:lnSpc>
                          <a:spcPct val="150000"/>
                        </a:lnSpc>
                        <a:spcBef>
                          <a:spcPts val="0"/>
                        </a:spcBef>
                        <a:spcAft>
                          <a:spcPts val="0"/>
                        </a:spcAft>
                      </a:pPr>
                      <a:r>
                        <a:rPr lang="en-US" sz="1200">
                          <a:effectLst/>
                        </a:rPr>
                        <a:t>95,0%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58231052"/>
                  </a:ext>
                </a:extLst>
              </a:tr>
              <a:tr h="465667">
                <a:tc>
                  <a:txBody>
                    <a:bodyPr/>
                    <a:lstStyle/>
                    <a:p>
                      <a:pPr marL="0" marR="0" indent="0" algn="ctr">
                        <a:lnSpc>
                          <a:spcPct val="150000"/>
                        </a:lnSpc>
                        <a:spcBef>
                          <a:spcPts val="200"/>
                        </a:spcBef>
                        <a:spcAft>
                          <a:spcPts val="200"/>
                        </a:spcAft>
                      </a:pPr>
                      <a:r>
                        <a:rPr lang="en-US" sz="1200">
                          <a:effectLst/>
                        </a:rPr>
                        <a:t>KB2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Xe ra đúng xe</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20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19</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269875" algn="just">
                        <a:lnSpc>
                          <a:spcPct val="150000"/>
                        </a:lnSpc>
                        <a:spcBef>
                          <a:spcPts val="0"/>
                        </a:spcBef>
                        <a:spcAft>
                          <a:spcPts val="0"/>
                        </a:spcAft>
                      </a:pPr>
                      <a:r>
                        <a:rPr lang="en-US" sz="1200">
                          <a:effectLst/>
                        </a:rPr>
                        <a:t>95,0%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58724778"/>
                  </a:ext>
                </a:extLst>
              </a:tr>
              <a:tr h="465667">
                <a:tc>
                  <a:txBody>
                    <a:bodyPr/>
                    <a:lstStyle/>
                    <a:p>
                      <a:pPr marL="0" marR="0" indent="0" algn="ctr">
                        <a:lnSpc>
                          <a:spcPct val="150000"/>
                        </a:lnSpc>
                        <a:spcBef>
                          <a:spcPts val="200"/>
                        </a:spcBef>
                        <a:spcAft>
                          <a:spcPts val="200"/>
                        </a:spcAft>
                      </a:pPr>
                      <a:r>
                        <a:rPr lang="en-US" sz="1200">
                          <a:effectLst/>
                        </a:rPr>
                        <a:t>KB3</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Xe ra sai xe</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0"/>
                        </a:spcBef>
                        <a:spcAft>
                          <a:spcPts val="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100</a:t>
                      </a:r>
                      <a:r>
                        <a:rPr lang="vi-VN" sz="1200">
                          <a:effectLst/>
                        </a:rPr>
                        <a: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54530889"/>
                  </a:ext>
                </a:extLst>
              </a:tr>
              <a:tr h="465667">
                <a:tc>
                  <a:txBody>
                    <a:bodyPr/>
                    <a:lstStyle/>
                    <a:p>
                      <a:pPr marL="0" marR="0" indent="0" algn="ctr">
                        <a:lnSpc>
                          <a:spcPct val="150000"/>
                        </a:lnSpc>
                        <a:spcBef>
                          <a:spcPts val="200"/>
                        </a:spcBef>
                        <a:spcAft>
                          <a:spcPts val="200"/>
                        </a:spcAft>
                      </a:pPr>
                      <a:r>
                        <a:rPr lang="en-US" sz="1200">
                          <a:effectLst/>
                        </a:rPr>
                        <a:t>KB4</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Trùng biển số khi vào</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100</a:t>
                      </a:r>
                      <a:r>
                        <a:rPr lang="vi-VN" sz="1200">
                          <a:effectLst/>
                        </a:rPr>
                        <a: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98841789"/>
                  </a:ext>
                </a:extLst>
              </a:tr>
              <a:tr h="465667">
                <a:tc>
                  <a:txBody>
                    <a:bodyPr/>
                    <a:lstStyle/>
                    <a:p>
                      <a:pPr marL="0" marR="0" indent="0" algn="ctr">
                        <a:lnSpc>
                          <a:spcPct val="150000"/>
                        </a:lnSpc>
                        <a:spcBef>
                          <a:spcPts val="200"/>
                        </a:spcBef>
                        <a:spcAft>
                          <a:spcPts val="200"/>
                        </a:spcAft>
                      </a:pPr>
                      <a:r>
                        <a:rPr lang="en-US" sz="1200">
                          <a:effectLst/>
                        </a:rPr>
                        <a:t>KB5</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Không đọc được biển số</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9</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90</a:t>
                      </a:r>
                      <a:r>
                        <a:rPr lang="vi-VN" sz="1200">
                          <a:effectLst/>
                        </a:rPr>
                        <a: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471428306"/>
                  </a:ext>
                </a:extLst>
              </a:tr>
              <a:tr h="465667">
                <a:tc>
                  <a:txBody>
                    <a:bodyPr/>
                    <a:lstStyle/>
                    <a:p>
                      <a:pPr marL="0" marR="0" indent="0" algn="ctr">
                        <a:lnSpc>
                          <a:spcPct val="150000"/>
                        </a:lnSpc>
                        <a:spcBef>
                          <a:spcPts val="200"/>
                        </a:spcBef>
                        <a:spcAft>
                          <a:spcPts val="200"/>
                        </a:spcAft>
                      </a:pPr>
                      <a:r>
                        <a:rPr lang="en-US" sz="1200">
                          <a:effectLst/>
                        </a:rPr>
                        <a:t>KB6</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Chống quẹt lặp</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20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20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vi-VN" sz="1200">
                          <a:effectLst/>
                        </a:rPr>
                        <a:t>100%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555508102"/>
                  </a:ext>
                </a:extLst>
              </a:tr>
              <a:tr h="465667">
                <a:tc>
                  <a:txBody>
                    <a:bodyPr/>
                    <a:lstStyle/>
                    <a:p>
                      <a:pPr marL="0" marR="0" indent="0" algn="ctr">
                        <a:lnSpc>
                          <a:spcPct val="150000"/>
                        </a:lnSpc>
                        <a:spcBef>
                          <a:spcPts val="200"/>
                        </a:spcBef>
                        <a:spcAft>
                          <a:spcPts val="200"/>
                        </a:spcAft>
                      </a:pPr>
                      <a:r>
                        <a:rPr lang="en-US" sz="1200">
                          <a:effectLst/>
                        </a:rPr>
                        <a:t>KB7</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Mất kết nối ESP32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100</a:t>
                      </a:r>
                      <a:r>
                        <a:rPr lang="vi-VN" sz="1200">
                          <a:effectLst/>
                        </a:rPr>
                        <a: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358936677"/>
                  </a:ext>
                </a:extLst>
              </a:tr>
              <a:tr h="465667">
                <a:tc>
                  <a:txBody>
                    <a:bodyPr/>
                    <a:lstStyle/>
                    <a:p>
                      <a:pPr marL="0" marR="0" indent="0" algn="ctr">
                        <a:lnSpc>
                          <a:spcPct val="150000"/>
                        </a:lnSpc>
                        <a:spcBef>
                          <a:spcPts val="200"/>
                        </a:spcBef>
                        <a:spcAft>
                          <a:spcPts val="200"/>
                        </a:spcAft>
                      </a:pPr>
                      <a:r>
                        <a:rPr lang="en-US" sz="1200">
                          <a:effectLst/>
                        </a:rPr>
                        <a:t>KB8</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Ứng dụng chưa sẵn sàng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100</a:t>
                      </a:r>
                      <a:r>
                        <a:rPr lang="vi-VN" sz="1200">
                          <a:effectLst/>
                        </a:rPr>
                        <a: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81067173"/>
                  </a:ext>
                </a:extLst>
              </a:tr>
            </a:tbl>
          </a:graphicData>
        </a:graphic>
      </p:graphicFrame>
    </p:spTree>
    <p:extLst>
      <p:ext uri="{BB962C8B-B14F-4D97-AF65-F5344CB8AC3E}">
        <p14:creationId xmlns:p14="http://schemas.microsoft.com/office/powerpoint/2010/main" val="33358450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vi-VN" smtClean="0"/>
              <a:t>Kết quả, đánh giá</a:t>
            </a:r>
            <a:endParaRPr lang="en-US"/>
          </a:p>
        </p:txBody>
      </p:sp>
      <p:sp>
        <p:nvSpPr>
          <p:cNvPr id="3" name="Content Placeholder 2"/>
          <p:cNvSpPr>
            <a:spLocks noGrp="1"/>
          </p:cNvSpPr>
          <p:nvPr>
            <p:ph idx="1"/>
          </p:nvPr>
        </p:nvSpPr>
        <p:spPr/>
        <p:txBody>
          <a:bodyPr/>
          <a:lstStyle/>
          <a:p>
            <a:r>
              <a:rPr lang="en-US"/>
              <a:t>Kết quả nhận dạng biển số theo điều kiện thử nghiệm</a:t>
            </a:r>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518635263"/>
              </p:ext>
            </p:extLst>
          </p:nvPr>
        </p:nvGraphicFramePr>
        <p:xfrm>
          <a:off x="1524000" y="2133600"/>
          <a:ext cx="7238999" cy="3733800"/>
        </p:xfrm>
        <a:graphic>
          <a:graphicData uri="http://schemas.openxmlformats.org/drawingml/2006/table">
            <a:tbl>
              <a:tblPr firstRow="1" firstCol="1" bandRow="1">
                <a:tableStyleId>{5C22544A-7EE6-4342-B048-85BDC9FD1C3A}</a:tableStyleId>
              </a:tblPr>
              <a:tblGrid>
                <a:gridCol w="2239980">
                  <a:extLst>
                    <a:ext uri="{9D8B030D-6E8A-4147-A177-3AD203B41FA5}">
                      <a16:colId xmlns:a16="http://schemas.microsoft.com/office/drawing/2014/main" val="39579639"/>
                    </a:ext>
                  </a:extLst>
                </a:gridCol>
                <a:gridCol w="849648">
                  <a:extLst>
                    <a:ext uri="{9D8B030D-6E8A-4147-A177-3AD203B41FA5}">
                      <a16:colId xmlns:a16="http://schemas.microsoft.com/office/drawing/2014/main" val="296717170"/>
                    </a:ext>
                  </a:extLst>
                </a:gridCol>
                <a:gridCol w="1467574">
                  <a:extLst>
                    <a:ext uri="{9D8B030D-6E8A-4147-A177-3AD203B41FA5}">
                      <a16:colId xmlns:a16="http://schemas.microsoft.com/office/drawing/2014/main" val="3004200292"/>
                    </a:ext>
                  </a:extLst>
                </a:gridCol>
                <a:gridCol w="1081370">
                  <a:extLst>
                    <a:ext uri="{9D8B030D-6E8A-4147-A177-3AD203B41FA5}">
                      <a16:colId xmlns:a16="http://schemas.microsoft.com/office/drawing/2014/main" val="1860365580"/>
                    </a:ext>
                  </a:extLst>
                </a:gridCol>
                <a:gridCol w="1600427">
                  <a:extLst>
                    <a:ext uri="{9D8B030D-6E8A-4147-A177-3AD203B41FA5}">
                      <a16:colId xmlns:a16="http://schemas.microsoft.com/office/drawing/2014/main" val="95737488"/>
                    </a:ext>
                  </a:extLst>
                </a:gridCol>
              </a:tblGrid>
              <a:tr h="1299007">
                <a:tc>
                  <a:txBody>
                    <a:bodyPr/>
                    <a:lstStyle/>
                    <a:p>
                      <a:pPr marL="0" marR="0" indent="0" algn="ctr">
                        <a:lnSpc>
                          <a:spcPct val="150000"/>
                        </a:lnSpc>
                        <a:spcBef>
                          <a:spcPts val="200"/>
                        </a:spcBef>
                        <a:spcAft>
                          <a:spcPts val="200"/>
                        </a:spcAft>
                      </a:pPr>
                      <a:r>
                        <a:rPr lang="en-US" sz="1200">
                          <a:effectLst/>
                        </a:rPr>
                        <a:t>Điều kiện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Số ảnh</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Đọc đúng hoàn toàn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Sai 1 ký tự</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Sai từ 2 ký tự hoặc không đọc được</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027619478"/>
                  </a:ext>
                </a:extLst>
              </a:tr>
              <a:tr h="847869">
                <a:tc>
                  <a:txBody>
                    <a:bodyPr/>
                    <a:lstStyle/>
                    <a:p>
                      <a:pPr marL="0" marR="0" indent="0" algn="l">
                        <a:lnSpc>
                          <a:spcPct val="150000"/>
                        </a:lnSpc>
                        <a:spcBef>
                          <a:spcPts val="200"/>
                        </a:spcBef>
                        <a:spcAft>
                          <a:spcPts val="200"/>
                        </a:spcAft>
                      </a:pPr>
                      <a:r>
                        <a:rPr lang="en-US" sz="1200">
                          <a:effectLst/>
                        </a:rPr>
                        <a:t>Ánh sáng đủ, chụp chính diện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20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19</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30412128"/>
                  </a:ext>
                </a:extLst>
              </a:tr>
              <a:tr h="396731">
                <a:tc>
                  <a:txBody>
                    <a:bodyPr/>
                    <a:lstStyle/>
                    <a:p>
                      <a:pPr marL="0" marR="0" indent="0" algn="l">
                        <a:lnSpc>
                          <a:spcPct val="150000"/>
                        </a:lnSpc>
                        <a:spcBef>
                          <a:spcPts val="200"/>
                        </a:spcBef>
                        <a:spcAft>
                          <a:spcPts val="200"/>
                        </a:spcAft>
                      </a:pPr>
                      <a:r>
                        <a:rPr lang="en-US" sz="1200">
                          <a:effectLst/>
                        </a:rPr>
                        <a:t>Ánh sáng yếu</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8</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075708420"/>
                  </a:ext>
                </a:extLst>
              </a:tr>
              <a:tr h="396731">
                <a:tc>
                  <a:txBody>
                    <a:bodyPr/>
                    <a:lstStyle/>
                    <a:p>
                      <a:pPr marL="0" marR="0" indent="0" algn="l">
                        <a:lnSpc>
                          <a:spcPct val="150000"/>
                        </a:lnSpc>
                        <a:spcBef>
                          <a:spcPts val="200"/>
                        </a:spcBef>
                        <a:spcAft>
                          <a:spcPts val="200"/>
                        </a:spcAft>
                      </a:pPr>
                      <a:r>
                        <a:rPr lang="en-US" sz="1200">
                          <a:effectLst/>
                        </a:rPr>
                        <a:t>Chụp xiên góc</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5</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3</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81479186"/>
                  </a:ext>
                </a:extLst>
              </a:tr>
              <a:tr h="396731">
                <a:tc>
                  <a:txBody>
                    <a:bodyPr/>
                    <a:lstStyle/>
                    <a:p>
                      <a:pPr marL="0" marR="0" indent="0" algn="l">
                        <a:lnSpc>
                          <a:spcPct val="150000"/>
                        </a:lnSpc>
                        <a:spcBef>
                          <a:spcPts val="200"/>
                        </a:spcBef>
                        <a:spcAft>
                          <a:spcPts val="200"/>
                        </a:spcAft>
                      </a:pPr>
                      <a:r>
                        <a:rPr lang="en-US" sz="1200">
                          <a:effectLst/>
                        </a:rPr>
                        <a:t>Khoảng cách xa</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5</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4</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51196741"/>
                  </a:ext>
                </a:extLst>
              </a:tr>
              <a:tr h="396731">
                <a:tc>
                  <a:txBody>
                    <a:bodyPr/>
                    <a:lstStyle/>
                    <a:p>
                      <a:pPr marL="0" marR="0" indent="0" algn="l">
                        <a:lnSpc>
                          <a:spcPct val="150000"/>
                        </a:lnSpc>
                        <a:spcBef>
                          <a:spcPts val="200"/>
                        </a:spcBef>
                        <a:spcAft>
                          <a:spcPts val="200"/>
                        </a:spcAft>
                      </a:pPr>
                      <a:r>
                        <a:rPr lang="en-US" sz="1200">
                          <a:effectLst/>
                        </a:rPr>
                        <a:t>Tổng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50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34</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8</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8</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25902385"/>
                  </a:ext>
                </a:extLst>
              </a:tr>
            </a:tbl>
          </a:graphicData>
        </a:graphic>
      </p:graphicFrame>
    </p:spTree>
    <p:extLst>
      <p:ext uri="{BB962C8B-B14F-4D97-AF65-F5344CB8AC3E}">
        <p14:creationId xmlns:p14="http://schemas.microsoft.com/office/powerpoint/2010/main" val="41798166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vi-VN" smtClean="0"/>
              <a:t>Kết quả, đánh giá</a:t>
            </a:r>
            <a:endParaRPr lang="en-US"/>
          </a:p>
        </p:txBody>
      </p:sp>
      <p:sp>
        <p:nvSpPr>
          <p:cNvPr id="3" name="Content Placeholder 2"/>
          <p:cNvSpPr>
            <a:spLocks noGrp="1"/>
          </p:cNvSpPr>
          <p:nvPr>
            <p:ph idx="1"/>
          </p:nvPr>
        </p:nvSpPr>
        <p:spPr/>
        <p:txBody>
          <a:bodyPr/>
          <a:lstStyle/>
          <a:p>
            <a:r>
              <a:rPr lang="en-US"/>
              <a:t>Thời gian xử lý một lượt quẹt thẻ</a:t>
            </a:r>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3040362829"/>
              </p:ext>
            </p:extLst>
          </p:nvPr>
        </p:nvGraphicFramePr>
        <p:xfrm>
          <a:off x="1524000" y="2133600"/>
          <a:ext cx="6858000" cy="3773170"/>
        </p:xfrm>
        <a:graphic>
          <a:graphicData uri="http://schemas.openxmlformats.org/drawingml/2006/table">
            <a:tbl>
              <a:tblPr firstRow="1" firstCol="1" bandRow="1">
                <a:tableStyleId>{5C22544A-7EE6-4342-B048-85BDC9FD1C3A}</a:tableStyleId>
              </a:tblPr>
              <a:tblGrid>
                <a:gridCol w="3073368">
                  <a:extLst>
                    <a:ext uri="{9D8B030D-6E8A-4147-A177-3AD203B41FA5}">
                      <a16:colId xmlns:a16="http://schemas.microsoft.com/office/drawing/2014/main" val="1400144516"/>
                    </a:ext>
                  </a:extLst>
                </a:gridCol>
                <a:gridCol w="1756210">
                  <a:extLst>
                    <a:ext uri="{9D8B030D-6E8A-4147-A177-3AD203B41FA5}">
                      <a16:colId xmlns:a16="http://schemas.microsoft.com/office/drawing/2014/main" val="1439132842"/>
                    </a:ext>
                  </a:extLst>
                </a:gridCol>
                <a:gridCol w="2028422">
                  <a:extLst>
                    <a:ext uri="{9D8B030D-6E8A-4147-A177-3AD203B41FA5}">
                      <a16:colId xmlns:a16="http://schemas.microsoft.com/office/drawing/2014/main" val="3446593386"/>
                    </a:ext>
                  </a:extLst>
                </a:gridCol>
              </a:tblGrid>
              <a:tr h="764445">
                <a:tc>
                  <a:txBody>
                    <a:bodyPr/>
                    <a:lstStyle/>
                    <a:p>
                      <a:pPr marL="0" marR="0" indent="0" algn="ctr">
                        <a:lnSpc>
                          <a:spcPct val="150000"/>
                        </a:lnSpc>
                        <a:spcBef>
                          <a:spcPts val="200"/>
                        </a:spcBef>
                        <a:spcAft>
                          <a:spcPts val="200"/>
                        </a:spcAft>
                      </a:pPr>
                      <a:r>
                        <a:rPr lang="en-US" sz="1200">
                          <a:effectLst/>
                        </a:rPr>
                        <a:t>Giai đoạn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Thời gian trung bình (giây)</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Ghi chú</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905614201"/>
                  </a:ext>
                </a:extLst>
              </a:tr>
              <a:tr h="764445">
                <a:tc>
                  <a:txBody>
                    <a:bodyPr/>
                    <a:lstStyle/>
                    <a:p>
                      <a:pPr marL="0" marR="0" indent="0" algn="l">
                        <a:lnSpc>
                          <a:spcPct val="150000"/>
                        </a:lnSpc>
                        <a:spcBef>
                          <a:spcPts val="200"/>
                        </a:spcBef>
                        <a:spcAft>
                          <a:spcPts val="200"/>
                        </a:spcAft>
                      </a:pPr>
                      <a:r>
                        <a:rPr lang="en-US" sz="1200">
                          <a:effectLst/>
                        </a:rPr>
                        <a:t>Phát hiện lượt quẹt (ứng dụng thăm dò /scan/last)</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Tối đa 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Theo chu kỳ thăm dò 1 giây của ứng dụng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34276972"/>
                  </a:ext>
                </a:extLst>
              </a:tr>
              <a:tr h="357695">
                <a:tc>
                  <a:txBody>
                    <a:bodyPr/>
                    <a:lstStyle/>
                    <a:p>
                      <a:pPr marL="0" marR="0" indent="0" algn="l">
                        <a:lnSpc>
                          <a:spcPct val="150000"/>
                        </a:lnSpc>
                        <a:spcBef>
                          <a:spcPts val="200"/>
                        </a:spcBef>
                        <a:spcAft>
                          <a:spcPts val="200"/>
                        </a:spcAft>
                      </a:pPr>
                      <a:r>
                        <a:rPr lang="en-US" sz="1200">
                          <a:effectLst/>
                        </a:rPr>
                        <a:t>Chụp ảnh và gửi lên server</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1s</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Gửi</a:t>
                      </a:r>
                      <a:r>
                        <a:rPr lang="vi-VN" sz="1200">
                          <a:effectLst/>
                        </a:rPr>
                        <a:t> nhanh</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8296325"/>
                  </a:ext>
                </a:extLst>
              </a:tr>
              <a:tr h="357695">
                <a:tc>
                  <a:txBody>
                    <a:bodyPr/>
                    <a:lstStyle/>
                    <a:p>
                      <a:pPr marL="0" marR="0" indent="0" algn="l">
                        <a:lnSpc>
                          <a:spcPct val="150000"/>
                        </a:lnSpc>
                        <a:spcBef>
                          <a:spcPts val="200"/>
                        </a:spcBef>
                        <a:spcAft>
                          <a:spcPts val="200"/>
                        </a:spcAft>
                      </a:pPr>
                      <a:r>
                        <a:rPr lang="en-US" sz="1200">
                          <a:effectLst/>
                        </a:rPr>
                        <a:t>Nhận dạng biển số (fast-alpr, CPU)</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a:t>
                      </a:r>
                      <a:r>
                        <a:rPr lang="vi-VN" sz="1200">
                          <a:effectLst/>
                        </a:rPr>
                        <a:t>.5s</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Gửi</a:t>
                      </a:r>
                      <a:r>
                        <a:rPr lang="vi-VN" sz="1200">
                          <a:effectLst/>
                        </a:rPr>
                        <a:t> nhanh</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65209671"/>
                  </a:ext>
                </a:extLst>
              </a:tr>
              <a:tr h="764445">
                <a:tc>
                  <a:txBody>
                    <a:bodyPr/>
                    <a:lstStyle/>
                    <a:p>
                      <a:pPr marL="0" marR="0" indent="0" algn="l">
                        <a:lnSpc>
                          <a:spcPct val="150000"/>
                        </a:lnSpc>
                        <a:spcBef>
                          <a:spcPts val="200"/>
                        </a:spcBef>
                        <a:spcAft>
                          <a:spcPts val="200"/>
                        </a:spcAft>
                      </a:pPr>
                      <a:r>
                        <a:rPr lang="en-US" sz="1200">
                          <a:effectLst/>
                        </a:rPr>
                        <a:t>Xử lý nghiệp vụ và ghi cơ sở dữ liệu</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1s</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Gửi</a:t>
                      </a:r>
                      <a:r>
                        <a:rPr lang="vi-VN" sz="1200">
                          <a:effectLst/>
                        </a:rPr>
                        <a:t> nhanh</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49794152"/>
                  </a:ext>
                </a:extLst>
              </a:tr>
              <a:tr h="764445">
                <a:tc>
                  <a:txBody>
                    <a:bodyPr/>
                    <a:lstStyle/>
                    <a:p>
                      <a:pPr marL="0" marR="0" indent="0" algn="l">
                        <a:lnSpc>
                          <a:spcPct val="150000"/>
                        </a:lnSpc>
                        <a:spcBef>
                          <a:spcPts val="200"/>
                        </a:spcBef>
                        <a:spcAft>
                          <a:spcPts val="200"/>
                        </a:spcAft>
                      </a:pPr>
                      <a:r>
                        <a:rPr lang="en-US" sz="1200">
                          <a:effectLst/>
                        </a:rPr>
                        <a:t>Tổng từ lúc quẹt thẻ đến lúc có thông báo</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3</a:t>
                      </a:r>
                      <a:r>
                        <a:rPr lang="vi-VN" sz="1200">
                          <a:effectLst/>
                        </a:rPr>
                        <a:t>.5s</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Khá</a:t>
                      </a:r>
                      <a:r>
                        <a:rPr lang="vi-VN" sz="1200">
                          <a:effectLst/>
                        </a:rPr>
                        <a:t> nhanh</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143598629"/>
                  </a:ext>
                </a:extLst>
              </a:tr>
            </a:tbl>
          </a:graphicData>
        </a:graphic>
      </p:graphicFrame>
    </p:spTree>
    <p:extLst>
      <p:ext uri="{BB962C8B-B14F-4D97-AF65-F5344CB8AC3E}">
        <p14:creationId xmlns:p14="http://schemas.microsoft.com/office/powerpoint/2010/main" val="9340564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vi-VN" smtClean="0"/>
              <a:t>Kết luận và hướng phát triển</a:t>
            </a:r>
            <a:endParaRPr lang="en-US"/>
          </a:p>
        </p:txBody>
      </p:sp>
      <p:sp>
        <p:nvSpPr>
          <p:cNvPr id="3" name="Content Placeholder 2"/>
          <p:cNvSpPr>
            <a:spLocks noGrp="1"/>
          </p:cNvSpPr>
          <p:nvPr>
            <p:ph idx="1"/>
          </p:nvPr>
        </p:nvSpPr>
        <p:spPr/>
        <p:txBody>
          <a:bodyPr/>
          <a:lstStyle/>
          <a:p>
            <a:r>
              <a:rPr lang="en-US"/>
              <a:t>Hạn chế và hướng phát triển tương ứng</a:t>
            </a:r>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697345097"/>
              </p:ext>
            </p:extLst>
          </p:nvPr>
        </p:nvGraphicFramePr>
        <p:xfrm>
          <a:off x="2514600" y="1906660"/>
          <a:ext cx="7315199" cy="4267196"/>
        </p:xfrm>
        <a:graphic>
          <a:graphicData uri="http://schemas.openxmlformats.org/drawingml/2006/table">
            <a:tbl>
              <a:tblPr firstRow="1" firstCol="1" bandRow="1">
                <a:tableStyleId>{5C22544A-7EE6-4342-B048-85BDC9FD1C3A}</a:tableStyleId>
              </a:tblPr>
              <a:tblGrid>
                <a:gridCol w="3356312">
                  <a:extLst>
                    <a:ext uri="{9D8B030D-6E8A-4147-A177-3AD203B41FA5}">
                      <a16:colId xmlns:a16="http://schemas.microsoft.com/office/drawing/2014/main" val="1541400345"/>
                    </a:ext>
                  </a:extLst>
                </a:gridCol>
                <a:gridCol w="3958887">
                  <a:extLst>
                    <a:ext uri="{9D8B030D-6E8A-4147-A177-3AD203B41FA5}">
                      <a16:colId xmlns:a16="http://schemas.microsoft.com/office/drawing/2014/main" val="3211937597"/>
                    </a:ext>
                  </a:extLst>
                </a:gridCol>
              </a:tblGrid>
              <a:tr h="282650">
                <a:tc>
                  <a:txBody>
                    <a:bodyPr/>
                    <a:lstStyle/>
                    <a:p>
                      <a:pPr marL="0" marR="0" indent="0" algn="ctr">
                        <a:lnSpc>
                          <a:spcPct val="150000"/>
                        </a:lnSpc>
                        <a:spcBef>
                          <a:spcPts val="200"/>
                        </a:spcBef>
                        <a:spcAft>
                          <a:spcPts val="200"/>
                        </a:spcAft>
                      </a:pPr>
                      <a:r>
                        <a:rPr lang="en-US" sz="1200">
                          <a:effectLst/>
                        </a:rPr>
                        <a:t>Hạn chế hiện tại</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ctr">
                        <a:lnSpc>
                          <a:spcPct val="150000"/>
                        </a:lnSpc>
                        <a:spcBef>
                          <a:spcPts val="200"/>
                        </a:spcBef>
                        <a:spcAft>
                          <a:spcPts val="200"/>
                        </a:spcAft>
                      </a:pPr>
                      <a:r>
                        <a:rPr lang="en-US" sz="1200">
                          <a:effectLst/>
                        </a:rPr>
                        <a:t>Hướng phát triển</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599878579"/>
                  </a:ext>
                </a:extLst>
              </a:tr>
              <a:tr h="925474">
                <a:tc>
                  <a:txBody>
                    <a:bodyPr/>
                    <a:lstStyle/>
                    <a:p>
                      <a:pPr marL="0" marR="0" indent="0" algn="l">
                        <a:lnSpc>
                          <a:spcPct val="150000"/>
                        </a:lnSpc>
                        <a:spcBef>
                          <a:spcPts val="200"/>
                        </a:spcBef>
                        <a:spcAft>
                          <a:spcPts val="200"/>
                        </a:spcAft>
                      </a:pPr>
                      <a:r>
                        <a:rPr lang="en-US" sz="1200">
                          <a:effectLst/>
                        </a:rPr>
                        <a:t>Độ chính xác nhận dạng phụ thuộc điều kiện chụp; mô hình chưa tinh chỉnh cho biển số xe máy Việt Nam</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Tinh chỉnh mô hình bằng dữ liệu biển số Việt Nam; cải thiện tiền xử lý ảnh và chiếu sáng; kết hợp nhiều khung hình</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668031280"/>
                  </a:ext>
                </a:extLst>
              </a:tr>
              <a:tr h="604062">
                <a:tc>
                  <a:txBody>
                    <a:bodyPr/>
                    <a:lstStyle/>
                    <a:p>
                      <a:pPr marL="0" marR="0" indent="0" algn="l">
                        <a:lnSpc>
                          <a:spcPct val="150000"/>
                        </a:lnSpc>
                        <a:spcBef>
                          <a:spcPts val="200"/>
                        </a:spcBef>
                        <a:spcAft>
                          <a:spcPts val="200"/>
                        </a:spcAft>
                      </a:pPr>
                      <a:r>
                        <a:rPr lang="en-US" sz="1200">
                          <a:effectLst/>
                        </a:rPr>
                        <a:t>Chưa xác định vị trí đỗ và số chỗ trống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Bổ sung cảm biến hoặc camera giám sát ô đỗ; xây dựng sơ đồ ô đỗ trên ứng dụng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36516889"/>
                  </a:ext>
                </a:extLst>
              </a:tr>
              <a:tr h="925474">
                <a:tc>
                  <a:txBody>
                    <a:bodyPr/>
                    <a:lstStyle/>
                    <a:p>
                      <a:pPr marL="0" marR="0" indent="0" algn="l">
                        <a:lnSpc>
                          <a:spcPct val="150000"/>
                        </a:lnSpc>
                        <a:spcBef>
                          <a:spcPts val="200"/>
                        </a:spcBef>
                        <a:spcAft>
                          <a:spcPts val="200"/>
                        </a:spcAft>
                      </a:pPr>
                      <a:r>
                        <a:rPr lang="en-US" sz="1200">
                          <a:effectLst/>
                        </a:rPr>
                        <a:t>Chưa lưu lượt bị từ chối; chưa thêm, xóa, khóa thẻ; chưa tính phí</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Ghi nhật ký cảnh báo; quản lý thẻ trên ứng dụng; tính phí theo thời gian gửi; thống kê và báo cáo</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99354439"/>
                  </a:ext>
                </a:extLst>
              </a:tr>
              <a:tr h="604062">
                <a:tc>
                  <a:txBody>
                    <a:bodyPr/>
                    <a:lstStyle/>
                    <a:p>
                      <a:pPr marL="0" marR="0" indent="0" algn="l">
                        <a:lnSpc>
                          <a:spcPct val="150000"/>
                        </a:lnSpc>
                        <a:spcBef>
                          <a:spcPts val="200"/>
                        </a:spcBef>
                        <a:spcAft>
                          <a:spcPts val="200"/>
                        </a:spcAft>
                      </a:pPr>
                      <a:r>
                        <a:rPr lang="en-US" sz="1200">
                          <a:effectLst/>
                        </a:rPr>
                        <a:t>API chưa xác thực, dữ liệu truyền không mã hóa</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Thêm xác thực, phân quyền và HTTPS</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30427092"/>
                  </a:ext>
                </a:extLst>
              </a:tr>
              <a:tr h="925474">
                <a:tc>
                  <a:txBody>
                    <a:bodyPr/>
                    <a:lstStyle/>
                    <a:p>
                      <a:pPr marL="0" marR="0" indent="0" algn="l">
                        <a:lnSpc>
                          <a:spcPct val="150000"/>
                        </a:lnSpc>
                        <a:spcBef>
                          <a:spcPts val="200"/>
                        </a:spcBef>
                        <a:spcAft>
                          <a:spcPts val="200"/>
                        </a:spcAft>
                      </a:pPr>
                      <a:r>
                        <a:rPr lang="en-US" sz="1200">
                          <a:effectLst/>
                        </a:rPr>
                        <a:t>Một cổng, trạng thái lưu trong bộ nhớ, thăm dò 1 giây, chạy trên laptop</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0" algn="l">
                        <a:lnSpc>
                          <a:spcPct val="150000"/>
                        </a:lnSpc>
                        <a:spcBef>
                          <a:spcPts val="200"/>
                        </a:spcBef>
                        <a:spcAft>
                          <a:spcPts val="200"/>
                        </a:spcAft>
                      </a:pPr>
                      <a:r>
                        <a:rPr lang="en-US" sz="1200">
                          <a:effectLst/>
                        </a:rPr>
                        <a:t>Hỗ trợ nhiều cổng; lưu trạng thái vào cơ sở dữ liệu; dùng kênh đẩy dữ liệu theo thời gian thực; triển khai trên máy chủ riêng</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93043204"/>
                  </a:ext>
                </a:extLst>
              </a:tr>
            </a:tbl>
          </a:graphicData>
        </a:graphic>
      </p:graphicFrame>
    </p:spTree>
    <p:extLst>
      <p:ext uri="{BB962C8B-B14F-4D97-AF65-F5344CB8AC3E}">
        <p14:creationId xmlns:p14="http://schemas.microsoft.com/office/powerpoint/2010/main" val="21394124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D92-DD1F-4C4E-A187-D885E7EBE2D7}"/>
              </a:ext>
            </a:extLst>
          </p:cNvPr>
          <p:cNvSpPr>
            <a:spLocks noGrp="1"/>
          </p:cNvSpPr>
          <p:nvPr>
            <p:ph type="title"/>
          </p:nvPr>
        </p:nvSpPr>
        <p:spPr>
          <a:xfrm>
            <a:off x="1524000" y="423725"/>
            <a:ext cx="10058400" cy="563563"/>
          </a:xfrm>
        </p:spPr>
        <p:txBody>
          <a:bodyPr/>
          <a:lstStyle/>
          <a:p>
            <a:r>
              <a:rPr lang="vi-VN" smtClean="0"/>
              <a:t>Kết luận và hướng phát triển</a:t>
            </a:r>
            <a:endParaRPr lang="en-US"/>
          </a:p>
        </p:txBody>
      </p:sp>
      <p:sp>
        <p:nvSpPr>
          <p:cNvPr id="3" name="Content Placeholder 2"/>
          <p:cNvSpPr>
            <a:spLocks noGrp="1"/>
          </p:cNvSpPr>
          <p:nvPr>
            <p:ph idx="1"/>
          </p:nvPr>
        </p:nvSpPr>
        <p:spPr/>
        <p:txBody>
          <a:bodyPr/>
          <a:lstStyle/>
          <a:p>
            <a:r>
              <a:rPr lang="vi-VN" smtClean="0">
                <a:latin typeface="Times New Roman" panose="02020603050405020304" pitchFamily="18" charset="0"/>
                <a:ea typeface="Times New Roman" panose="02020603050405020304" pitchFamily="18" charset="0"/>
                <a:cs typeface="Times New Roman" panose="02020603050405020304" pitchFamily="18" charset="0"/>
              </a:rPr>
              <a:t>Kết luận chung</a:t>
            </a:r>
            <a:endParaRPr lang="en-US">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0" y="6327912"/>
            <a:ext cx="12192000" cy="530088"/>
          </a:xfrm>
          <a:prstGeom prst="rect">
            <a:avLst/>
          </a:prstGeom>
        </p:spPr>
      </p:pic>
      <p:sp>
        <p:nvSpPr>
          <p:cNvPr id="6" name="Rectangle 5"/>
          <p:cNvSpPr/>
          <p:nvPr/>
        </p:nvSpPr>
        <p:spPr>
          <a:xfrm>
            <a:off x="695325" y="1929889"/>
            <a:ext cx="9982200" cy="2437655"/>
          </a:xfrm>
          <a:prstGeom prst="rect">
            <a:avLst/>
          </a:prstGeom>
        </p:spPr>
        <p:txBody>
          <a:bodyPr wrap="square">
            <a:spAutoFit/>
          </a:bodyPr>
          <a:lstStyle/>
          <a:p>
            <a:pPr marL="0" marR="0" indent="269875" algn="just">
              <a:lnSpc>
                <a:spcPct val="150000"/>
              </a:lnSpc>
              <a:spcBef>
                <a:spcPts val="0"/>
              </a:spcBef>
              <a:spcAft>
                <a:spcPts val="0"/>
              </a:spcAft>
            </a:pPr>
            <a:r>
              <a:rPr lang="en-US" sz="2000" smtClean="0">
                <a:latin typeface="Times New Roman" panose="02020603050405020304" pitchFamily="18" charset="0"/>
                <a:ea typeface="Times New Roman" panose="02020603050405020304" pitchFamily="18" charset="0"/>
              </a:rPr>
              <a:t>Đề </a:t>
            </a:r>
            <a:r>
              <a:rPr lang="en-US" sz="2000">
                <a:latin typeface="Times New Roman" panose="02020603050405020304" pitchFamily="18" charset="0"/>
                <a:ea typeface="Times New Roman" panose="02020603050405020304" pitchFamily="18" charset="0"/>
              </a:rPr>
              <a:t>tài đã xây dựng thành công mô hình bãi đỗ xe máy thông minh ở quy mô thử nghiệm, chứng minh khả năng kết hợp thẻ RFID, camera điện thoại và AI nhận dạng biển số để tự động hóa việc kiểm soát xe ra vào. Dù còn hạn chế về độ chính xác trong </a:t>
            </a:r>
            <a:r>
              <a:rPr lang="en-US" sz="2400">
                <a:latin typeface="Times New Roman" panose="02020603050405020304" pitchFamily="18" charset="0"/>
                <a:ea typeface="Times New Roman" panose="02020603050405020304" pitchFamily="18" charset="0"/>
              </a:rPr>
              <a:t>một</a:t>
            </a:r>
            <a:r>
              <a:rPr lang="en-US" sz="2000">
                <a:latin typeface="Times New Roman" panose="02020603050405020304" pitchFamily="18" charset="0"/>
                <a:ea typeface="Times New Roman" panose="02020603050405020304" pitchFamily="18" charset="0"/>
              </a:rPr>
              <a:t> số điều kiện, về quản lý vị trí đỗ và bảo mật, hệ thống có kiến trúc tách lớp, dễ mở rộng và là cơ sở để tiếp tục hoàn thiện theo các hướng đã đề xuất.</a:t>
            </a:r>
            <a:endParaRPr lang="en-US" sz="20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821362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WordArt 3"/>
          <p:cNvSpPr>
            <a:spLocks noChangeArrowheads="1" noChangeShapeType="1" noTextEdit="1"/>
          </p:cNvSpPr>
          <p:nvPr/>
        </p:nvSpPr>
        <p:spPr bwMode="gray">
          <a:xfrm>
            <a:off x="2842661" y="2819400"/>
            <a:ext cx="6858000" cy="762000"/>
          </a:xfrm>
          <a:prstGeom prst="rect">
            <a:avLst/>
          </a:prstGeom>
        </p:spPr>
        <p:txBody>
          <a:bodyPr wrap="none" fromWordArt="1">
            <a:prstTxWarp prst="textDeflate">
              <a:avLst>
                <a:gd name="adj" fmla="val 0"/>
              </a:avLst>
            </a:prstTxWarp>
          </a:bodyPr>
          <a:lstStyle/>
          <a:p>
            <a:pPr algn="ctr"/>
            <a:r>
              <a:rPr lang="en-US" sz="5400" b="1" kern="10" dirty="0">
                <a:ln w="19050">
                  <a:solidFill>
                    <a:schemeClr val="bg1"/>
                  </a:solidFill>
                  <a:round/>
                  <a:headEnd/>
                  <a:tailEnd/>
                </a:ln>
                <a:gradFill rotWithShape="1">
                  <a:gsLst>
                    <a:gs pos="0">
                      <a:schemeClr val="accent1"/>
                    </a:gs>
                    <a:gs pos="100000">
                      <a:schemeClr val="folHlink"/>
                    </a:gs>
                  </a:gsLst>
                  <a:lin ang="5400000" scaled="1"/>
                </a:gradFill>
                <a:effectLst>
                  <a:outerShdw dist="71842" dir="2700000" algn="ctr" rotWithShape="0">
                    <a:schemeClr val="tx1">
                      <a:alpha val="50000"/>
                    </a:schemeClr>
                  </a:outerShdw>
                </a:effectLst>
                <a:latin typeface="Verdana"/>
                <a:ea typeface="Verdana"/>
                <a:cs typeface="Verdana"/>
              </a:rPr>
              <a:t>Thank You</a:t>
            </a:r>
          </a:p>
        </p:txBody>
      </p:sp>
      <p:sp>
        <p:nvSpPr>
          <p:cNvPr id="59396" name="Rectangle 4"/>
          <p:cNvSpPr>
            <a:spLocks noChangeArrowheads="1"/>
          </p:cNvSpPr>
          <p:nvPr/>
        </p:nvSpPr>
        <p:spPr bwMode="white">
          <a:xfrm>
            <a:off x="5181600" y="58674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lnSpc>
                <a:spcPct val="90000"/>
              </a:lnSpc>
              <a:spcBef>
                <a:spcPct val="20000"/>
              </a:spcBef>
              <a:buClr>
                <a:schemeClr val="tx2"/>
              </a:buClr>
              <a:buFont typeface="Wingdings" pitchFamily="2" charset="2"/>
              <a:buNone/>
            </a:pPr>
            <a:r>
              <a:rPr lang="en-US" sz="1400" b="1" dirty="0" err="1">
                <a:solidFill>
                  <a:schemeClr val="bg1"/>
                </a:solidFill>
              </a:rPr>
              <a:t>www.themegallery.com</a:t>
            </a:r>
            <a:endParaRPr lang="en-US" sz="1400" b="1">
              <a:solidFill>
                <a:schemeClr val="bg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db2004212gl">
  <a:themeElements>
    <a:clrScheme name="Office Theme 1">
      <a:dk1>
        <a:srgbClr val="000000"/>
      </a:dk1>
      <a:lt1>
        <a:srgbClr val="FFFFFF"/>
      </a:lt1>
      <a:dk2>
        <a:srgbClr val="4B546F"/>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4B546F"/>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135377"/>
        </a:dk2>
        <a:lt2>
          <a:srgbClr val="969696"/>
        </a:lt2>
        <a:accent1>
          <a:srgbClr val="2AA08A"/>
        </a:accent1>
        <a:accent2>
          <a:srgbClr val="9C88E6"/>
        </a:accent2>
        <a:accent3>
          <a:srgbClr val="FFFFFF"/>
        </a:accent3>
        <a:accent4>
          <a:srgbClr val="000000"/>
        </a:accent4>
        <a:accent5>
          <a:srgbClr val="ACCDC4"/>
        </a:accent5>
        <a:accent6>
          <a:srgbClr val="8D7BD0"/>
        </a:accent6>
        <a:hlink>
          <a:srgbClr val="7D96D3"/>
        </a:hlink>
        <a:folHlink>
          <a:srgbClr val="DEDB7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351155"/>
        </a:dk2>
        <a:lt2>
          <a:srgbClr val="969696"/>
        </a:lt2>
        <a:accent1>
          <a:srgbClr val="117AC1"/>
        </a:accent1>
        <a:accent2>
          <a:srgbClr val="38B890"/>
        </a:accent2>
        <a:accent3>
          <a:srgbClr val="FFFFFF"/>
        </a:accent3>
        <a:accent4>
          <a:srgbClr val="000000"/>
        </a:accent4>
        <a:accent5>
          <a:srgbClr val="AABEDD"/>
        </a:accent5>
        <a:accent6>
          <a:srgbClr val="32A682"/>
        </a:accent6>
        <a:hlink>
          <a:srgbClr val="D17FB6"/>
        </a:hlink>
        <a:folHlink>
          <a:srgbClr val="E3981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cdb2004212gl</Template>
  <TotalTime>4208</TotalTime>
  <Words>852</Words>
  <Application>Microsoft Office PowerPoint</Application>
  <PresentationFormat>Widescreen</PresentationFormat>
  <Paragraphs>173</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Tahoma</vt:lpstr>
      <vt:lpstr>Times New Roman</vt:lpstr>
      <vt:lpstr>Verdana</vt:lpstr>
      <vt:lpstr>Wingdings</vt:lpstr>
      <vt:lpstr>cdb2004212gl</vt:lpstr>
      <vt:lpstr>PHÁT TRIỂN ỨNG DỤNG DI ĐỘNG BÃI ĐỖ XE THÔNG MINH</vt:lpstr>
      <vt:lpstr> Sơ đồ kiến trúc tổng thể của hệ thống</vt:lpstr>
      <vt:lpstr>Sơ đồ đấu nối ESP32 với RC522 và servo</vt:lpstr>
      <vt:lpstr>Quy trình nhận dạng biển số trên server</vt:lpstr>
      <vt:lpstr>Giao diện ứng dụng di động</vt:lpstr>
      <vt:lpstr>Các kênh giao tiếp trong hệ thống</vt:lpstr>
      <vt:lpstr>Mô hình phần cứng sau khi lắp ráp</vt:lpstr>
      <vt:lpstr>Kết quả, đánh giá</vt:lpstr>
      <vt:lpstr>Kết quả, đánh giá</vt:lpstr>
      <vt:lpstr>Kết quả, đánh giá</vt:lpstr>
      <vt:lpstr>Kết luận và hướng phát triển</vt:lpstr>
      <vt:lpstr>Kết luận và hướng phát triển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Research &amp; Technology and Training</dc:title>
  <dc:creator>FANCA</dc:creator>
  <cp:lastModifiedBy>ASUS</cp:lastModifiedBy>
  <cp:revision>408</cp:revision>
  <cp:lastPrinted>2018-01-16T10:17:52Z</cp:lastPrinted>
  <dcterms:created xsi:type="dcterms:W3CDTF">2017-11-10T03:20:57Z</dcterms:created>
  <dcterms:modified xsi:type="dcterms:W3CDTF">2026-10-27T04:39:50Z</dcterms:modified>
</cp:coreProperties>
</file>